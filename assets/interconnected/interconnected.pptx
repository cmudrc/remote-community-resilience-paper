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40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944A-B599-E3EC-6F95-698600C88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E223C-8A38-A096-6CD9-EF536C179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936F-274F-0832-3E42-5D1FBE05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E7EA-B638-8763-C24F-E051DAD7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BEB9E-234F-1393-D869-B8CB17ED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9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D5F8-4BAB-C4C3-CB5F-1C2A75FD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ACE5-5F14-D144-461C-300472FF7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45011-40A8-F39B-F35A-8CCDA4EA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6F871-D335-1E57-CCEE-6BC79C71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A973-6C39-2402-701D-688C9B15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4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42B5-B4B0-EA8E-02CC-21E87554B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51E8B-8F3F-CF1F-2E70-6AD6F1A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9E84-48E1-9D1B-43DA-59A76D28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A3191-978E-65F3-EFB3-E66CCACB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EA29E-E7E0-D778-CCF4-83E90E10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7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6D3D-3649-5CAF-1230-7390F02F7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7D45-770E-530A-C744-51DDD1B73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06240-B714-A13B-773A-04D9AA997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D2B3-D76B-107A-B12E-EA97DEF8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6C581-FDC8-8B7A-7DDA-42A02322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D3DAA-6651-147C-D8C0-CD753F62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3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C227-709D-8EB5-2D17-99EAF7DA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E85AC-40CB-F863-4B40-CE3EDCF1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600C4-A99B-3B09-C89B-5F10F6529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9408C-6FB4-1832-357F-D83E18031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8D14-2AF0-8A82-1C94-171E434B7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D66F29-DF05-B9B5-10E2-EFA1C7FA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98C78-0715-0440-553C-9FC1692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88255-E6B2-A9ED-92CD-923665B5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3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455C-9878-CA49-33E2-AFBECA7E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A7ECF-26BB-6576-1E77-65324753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BB310-0907-6AAF-FF86-9833C199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407A0-E131-396A-4845-59E903BF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9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80442-995C-1249-D2E3-7CD5619A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AFAF4-8663-EA16-ABD9-1B967D02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520DC-72BA-6E8C-55BF-5A9A31F1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BA7A-92DE-3E29-BE0B-F64BB0EA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C6B4-528A-8EAE-282E-DE8B6824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DE118-5D8B-FD3E-4821-AC1687456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7668-0B55-2990-98A4-6232186B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963D4-40D6-24D0-2456-A98D68C0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11ABF-2A53-6525-9470-9A306D0C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9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BE29-3484-C055-D4E5-2C6B9728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1E59B-E406-01AF-498E-6B724D094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B0FCE-B5CB-41AA-C5E8-20321F9BB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7FA7B-8C37-35DB-CEF3-5EAAFF23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D51D7-651F-5DFB-BA7B-5CB4C3D5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5F476-399E-EC92-5850-2E97AF6B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4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2C76-C0E0-AB58-CD02-099131EA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1781F-4B61-B2C0-D773-413119F15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264A2-D4E5-5770-8A30-871202A4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43DB0-505C-C500-560B-0FFB48D8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A212D-82AB-CD5D-54C5-53F0B23B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4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AAE4E-8709-2C17-A93D-015B3562B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C158A-7B81-A124-59D2-89C7C4CC5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3AF0-E8EC-50D5-386C-9F30A3AC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757D-6967-05E8-F37B-2847B8E4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29579-FEFE-C6D5-398E-7FE5F121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7D45E-9AAB-C367-77A7-C534B50B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BC673-7501-67F8-EF46-6E7D69EC6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54271-6AF1-6D97-9C1D-0222A09AF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6AF83-FD7E-1D4A-A075-84A627796C4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D024-5A96-1DE9-6AEA-9951820DA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BFB3-105A-1EED-0C84-D38AFCF8C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1D87B-69FA-AB41-B80A-BF87FC8C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6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419FD4D-2714-EA11-97E6-CF6E33E98876}"/>
              </a:ext>
            </a:extLst>
          </p:cNvPr>
          <p:cNvCxnSpPr>
            <a:cxnSpLocks/>
          </p:cNvCxnSpPr>
          <p:nvPr/>
        </p:nvCxnSpPr>
        <p:spPr>
          <a:xfrm flipH="1" flipV="1">
            <a:off x="2685328" y="4915530"/>
            <a:ext cx="2575971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1825156-3741-57AB-8DE7-8A9C1EF98AB0}"/>
              </a:ext>
            </a:extLst>
          </p:cNvPr>
          <p:cNvSpPr txBox="1"/>
          <p:nvPr/>
        </p:nvSpPr>
        <p:spPr>
          <a:xfrm>
            <a:off x="1855714" y="3766751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6B57FE-E603-A8A3-58E9-9F6F2270AD96}"/>
              </a:ext>
            </a:extLst>
          </p:cNvPr>
          <p:cNvSpPr txBox="1"/>
          <p:nvPr/>
        </p:nvSpPr>
        <p:spPr>
          <a:xfrm>
            <a:off x="2019893" y="3290500"/>
            <a:ext cx="1042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market nodes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E2B30A-41F3-C3F1-BE65-4C88A4140FCB}"/>
              </a:ext>
            </a:extLst>
          </p:cNvPr>
          <p:cNvSpPr txBox="1"/>
          <p:nvPr/>
        </p:nvSpPr>
        <p:spPr>
          <a:xfrm>
            <a:off x="1855713" y="284636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1827B2-9EFE-7DFB-39EF-2EBB91C8BEA8}"/>
              </a:ext>
            </a:extLst>
          </p:cNvPr>
          <p:cNvSpPr txBox="1"/>
          <p:nvPr/>
        </p:nvSpPr>
        <p:spPr>
          <a:xfrm>
            <a:off x="1799066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094AC8-F951-B771-6FCC-34E1F5843D94}"/>
              </a:ext>
            </a:extLst>
          </p:cNvPr>
          <p:cNvSpPr txBox="1"/>
          <p:nvPr/>
        </p:nvSpPr>
        <p:spPr>
          <a:xfrm>
            <a:off x="8986399" y="424190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C80171-1731-D9BB-998E-25356C0144D9}"/>
              </a:ext>
            </a:extLst>
          </p:cNvPr>
          <p:cNvSpPr txBox="1"/>
          <p:nvPr/>
        </p:nvSpPr>
        <p:spPr>
          <a:xfrm>
            <a:off x="9172143" y="3758134"/>
            <a:ext cx="1033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agents’ home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A7C4F8-3A7E-3F10-3535-C9C90B032F23}"/>
              </a:ext>
            </a:extLst>
          </p:cNvPr>
          <p:cNvSpPr txBox="1"/>
          <p:nvPr/>
        </p:nvSpPr>
        <p:spPr>
          <a:xfrm>
            <a:off x="9178784" y="3325748"/>
            <a:ext cx="9514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nodes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0F3EC9-08DE-CA45-DD7B-A383BBC9BA06}"/>
              </a:ext>
            </a:extLst>
          </p:cNvPr>
          <p:cNvSpPr txBox="1"/>
          <p:nvPr/>
        </p:nvSpPr>
        <p:spPr>
          <a:xfrm>
            <a:off x="8931652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0C2CDD-188D-7A0E-ACB0-2A5A8B76270A}"/>
              </a:ext>
            </a:extLst>
          </p:cNvPr>
          <p:cNvCxnSpPr/>
          <p:nvPr/>
        </p:nvCxnSpPr>
        <p:spPr>
          <a:xfrm>
            <a:off x="6095999" y="454467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278E44-49D5-BACE-5071-1EA7045C0192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8160770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1AD351-153D-841E-185F-FF9A3FC08DC6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5486442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175623-7B4A-B2C2-0607-E4C9E633830C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4031231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E56C92-EC3E-E6ED-947B-C4F884E42EE6}"/>
              </a:ext>
            </a:extLst>
          </p:cNvPr>
          <p:cNvCxnSpPr/>
          <p:nvPr/>
        </p:nvCxnSpPr>
        <p:spPr>
          <a:xfrm>
            <a:off x="8157226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C2A6B7-6624-AE39-D836-5C79C78E8813}"/>
              </a:ext>
            </a:extLst>
          </p:cNvPr>
          <p:cNvCxnSpPr/>
          <p:nvPr/>
        </p:nvCxnSpPr>
        <p:spPr>
          <a:xfrm>
            <a:off x="5482898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36CD8AA-5ECE-1A6F-1C28-C5053E30D663}"/>
              </a:ext>
            </a:extLst>
          </p:cNvPr>
          <p:cNvCxnSpPr/>
          <p:nvPr/>
        </p:nvCxnSpPr>
        <p:spPr>
          <a:xfrm>
            <a:off x="4027687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60CD81-0099-0C6D-45F9-CDB4BFBFBB1C}"/>
              </a:ext>
            </a:extLst>
          </p:cNvPr>
          <p:cNvCxnSpPr/>
          <p:nvPr/>
        </p:nvCxnSpPr>
        <p:spPr>
          <a:xfrm>
            <a:off x="8154673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E1B355-570E-7D94-6E78-5EA9FE6B1353}"/>
              </a:ext>
            </a:extLst>
          </p:cNvPr>
          <p:cNvCxnSpPr/>
          <p:nvPr/>
        </p:nvCxnSpPr>
        <p:spPr>
          <a:xfrm>
            <a:off x="5480345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EE2D60-94A9-C8C6-3F90-474DBA157876}"/>
              </a:ext>
            </a:extLst>
          </p:cNvPr>
          <p:cNvCxnSpPr/>
          <p:nvPr/>
        </p:nvCxnSpPr>
        <p:spPr>
          <a:xfrm>
            <a:off x="4025134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F3A1CA-79F1-554C-571A-6D6573C8A388}"/>
              </a:ext>
            </a:extLst>
          </p:cNvPr>
          <p:cNvCxnSpPr/>
          <p:nvPr/>
        </p:nvCxnSpPr>
        <p:spPr>
          <a:xfrm>
            <a:off x="8154673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85005B5-57F3-A83F-FEE0-0A90962A2C7F}"/>
              </a:ext>
            </a:extLst>
          </p:cNvPr>
          <p:cNvCxnSpPr/>
          <p:nvPr/>
        </p:nvCxnSpPr>
        <p:spPr>
          <a:xfrm>
            <a:off x="5480345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AD2552-049E-D65B-2B10-F846CBF1160B}"/>
              </a:ext>
            </a:extLst>
          </p:cNvPr>
          <p:cNvCxnSpPr/>
          <p:nvPr/>
        </p:nvCxnSpPr>
        <p:spPr>
          <a:xfrm>
            <a:off x="4025134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F8F8B5-138E-0FB6-6F8F-AEC89676C2EF}"/>
              </a:ext>
            </a:extLst>
          </p:cNvPr>
          <p:cNvSpPr txBox="1"/>
          <p:nvPr/>
        </p:nvSpPr>
        <p:spPr>
          <a:xfrm>
            <a:off x="3706204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72F4-4C7E-C737-9CE2-3D575AAF8A48}"/>
              </a:ext>
            </a:extLst>
          </p:cNvPr>
          <p:cNvSpPr txBox="1"/>
          <p:nvPr/>
        </p:nvSpPr>
        <p:spPr>
          <a:xfrm>
            <a:off x="5161415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2C499-4F82-54EC-A08F-4A080D6BC406}"/>
              </a:ext>
            </a:extLst>
          </p:cNvPr>
          <p:cNvSpPr txBox="1"/>
          <p:nvPr/>
        </p:nvSpPr>
        <p:spPr>
          <a:xfrm>
            <a:off x="6591312" y="202341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/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agent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81AA66C-C1B9-82FB-0144-BCCCDD6A78C3}"/>
              </a:ext>
            </a:extLst>
          </p:cNvPr>
          <p:cNvSpPr/>
          <p:nvPr/>
        </p:nvSpPr>
        <p:spPr>
          <a:xfrm>
            <a:off x="3362616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0BDAB-829E-BEC8-DC3F-85438E454781}"/>
              </a:ext>
            </a:extLst>
          </p:cNvPr>
          <p:cNvSpPr/>
          <p:nvPr/>
        </p:nvSpPr>
        <p:spPr>
          <a:xfrm>
            <a:off x="4817827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8BF58-3878-3718-ACBE-88D4D2FFA47E}"/>
              </a:ext>
            </a:extLst>
          </p:cNvPr>
          <p:cNvSpPr/>
          <p:nvPr/>
        </p:nvSpPr>
        <p:spPr>
          <a:xfrm>
            <a:off x="7492155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1A88FD-360E-E002-94F7-5B1DCD8EA822}"/>
                  </a:ext>
                </a:extLst>
              </p:cNvPr>
              <p:cNvSpPr/>
              <p:nvPr/>
            </p:nvSpPr>
            <p:spPr>
              <a:xfrm>
                <a:off x="3362616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1A88FD-360E-E002-94F7-5B1DCD8EA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16" y="2803338"/>
                <a:ext cx="1337229" cy="383519"/>
              </a:xfrm>
              <a:prstGeom prst="rect">
                <a:avLst/>
              </a:prstGeom>
              <a:blipFill>
                <a:blip r:embed="rId3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0A0A0C-BA92-F485-FFED-6615E29819E6}"/>
                  </a:ext>
                </a:extLst>
              </p:cNvPr>
              <p:cNvSpPr/>
              <p:nvPr/>
            </p:nvSpPr>
            <p:spPr>
              <a:xfrm>
                <a:off x="4817827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0A0A0C-BA92-F485-FFED-6615E29819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7" y="2803338"/>
                <a:ext cx="1337229" cy="383519"/>
              </a:xfrm>
              <a:prstGeom prst="rect">
                <a:avLst/>
              </a:prstGeom>
              <a:blipFill>
                <a:blip r:embed="rId4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4B7ABC-1577-4111-758F-7F1957A8E124}"/>
                  </a:ext>
                </a:extLst>
              </p:cNvPr>
              <p:cNvSpPr/>
              <p:nvPr/>
            </p:nvSpPr>
            <p:spPr>
              <a:xfrm>
                <a:off x="7492155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4B7ABC-1577-4111-758F-7F1957A8E1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55" y="2803338"/>
                <a:ext cx="1337229" cy="383519"/>
              </a:xfrm>
              <a:prstGeom prst="rect">
                <a:avLst/>
              </a:prstGeom>
              <a:blipFill>
                <a:blip r:embed="rId5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A026E50-202D-8ECD-4491-0319AFA3C416}"/>
              </a:ext>
            </a:extLst>
          </p:cNvPr>
          <p:cNvSpPr/>
          <p:nvPr/>
        </p:nvSpPr>
        <p:spPr>
          <a:xfrm>
            <a:off x="3362616" y="3266529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trade resources (food, water, and energy) with market or other agents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B89C08-F9DF-FDBE-DA76-C5F083CF1535}"/>
                  </a:ext>
                </a:extLst>
              </p:cNvPr>
              <p:cNvSpPr/>
              <p:nvPr/>
            </p:nvSpPr>
            <p:spPr>
              <a:xfrm>
                <a:off x="3362615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B89C08-F9DF-FDBE-DA76-C5F083CF1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15" y="3729720"/>
                <a:ext cx="1337229" cy="383519"/>
              </a:xfrm>
              <a:prstGeom prst="rect">
                <a:avLst/>
              </a:prstGeom>
              <a:blipFill>
                <a:blip r:embed="rId6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A9A0444-B52C-8B8F-C7B4-0F94F149755C}"/>
                  </a:ext>
                </a:extLst>
              </p:cNvPr>
              <p:cNvSpPr/>
              <p:nvPr/>
            </p:nvSpPr>
            <p:spPr>
              <a:xfrm>
                <a:off x="4817826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A9A0444-B52C-8B8F-C7B4-0F94F1497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6" y="3729720"/>
                <a:ext cx="1337229" cy="383519"/>
              </a:xfrm>
              <a:prstGeom prst="rect">
                <a:avLst/>
              </a:prstGeom>
              <a:blipFill>
                <a:blip r:embed="rId7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E3E723-5D1B-A0F2-53EB-329238AC79A1}"/>
                  </a:ext>
                </a:extLst>
              </p:cNvPr>
              <p:cNvSpPr/>
              <p:nvPr/>
            </p:nvSpPr>
            <p:spPr>
              <a:xfrm>
                <a:off x="7492154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E3E723-5D1B-A0F2-53EB-329238AC7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54" y="3729720"/>
                <a:ext cx="1337229" cy="383519"/>
              </a:xfrm>
              <a:prstGeom prst="rect">
                <a:avLst/>
              </a:prstGeom>
              <a:blipFill>
                <a:blip r:embed="rId8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4871E5B3-2E10-3E1E-D51F-0F13942715CB}"/>
              </a:ext>
            </a:extLst>
          </p:cNvPr>
          <p:cNvSpPr/>
          <p:nvPr/>
        </p:nvSpPr>
        <p:spPr>
          <a:xfrm>
            <a:off x="3362616" y="4189414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exchange resources (food, water, and energy) with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7EBAA-2B70-EEC2-73E3-9102453E69A9}"/>
              </a:ext>
            </a:extLst>
          </p:cNvPr>
          <p:cNvSpPr txBox="1"/>
          <p:nvPr/>
        </p:nvSpPr>
        <p:spPr>
          <a:xfrm>
            <a:off x="10377092" y="4164908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Society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263E0-2F71-66B3-14C6-EFECFA8D0836}"/>
              </a:ext>
            </a:extLst>
          </p:cNvPr>
          <p:cNvSpPr txBox="1"/>
          <p:nvPr/>
        </p:nvSpPr>
        <p:spPr>
          <a:xfrm>
            <a:off x="176545" y="4160851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76B998-398B-023E-631B-4B374ABD2EC7}"/>
              </a:ext>
            </a:extLst>
          </p:cNvPr>
          <p:cNvCxnSpPr>
            <a:cxnSpLocks/>
          </p:cNvCxnSpPr>
          <p:nvPr/>
        </p:nvCxnSpPr>
        <p:spPr>
          <a:xfrm>
            <a:off x="1835004" y="4003778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6ACC988-5A35-30EE-F927-0364523D0FD0}"/>
              </a:ext>
            </a:extLst>
          </p:cNvPr>
          <p:cNvCxnSpPr>
            <a:cxnSpLocks/>
          </p:cNvCxnSpPr>
          <p:nvPr/>
        </p:nvCxnSpPr>
        <p:spPr>
          <a:xfrm>
            <a:off x="1835004" y="3529015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BFB981-DC91-78FA-F8FA-792FDFF8622B}"/>
              </a:ext>
            </a:extLst>
          </p:cNvPr>
          <p:cNvCxnSpPr>
            <a:cxnSpLocks/>
          </p:cNvCxnSpPr>
          <p:nvPr/>
        </p:nvCxnSpPr>
        <p:spPr>
          <a:xfrm>
            <a:off x="1835004" y="3081339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4E157C-573D-735C-4A73-88EF446B711E}"/>
              </a:ext>
            </a:extLst>
          </p:cNvPr>
          <p:cNvCxnSpPr>
            <a:cxnSpLocks/>
          </p:cNvCxnSpPr>
          <p:nvPr/>
        </p:nvCxnSpPr>
        <p:spPr>
          <a:xfrm>
            <a:off x="1835004" y="2625987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B2F1C26-B43D-1E3F-C155-6E8F8701224F}"/>
              </a:ext>
            </a:extLst>
          </p:cNvPr>
          <p:cNvCxnSpPr>
            <a:cxnSpLocks/>
          </p:cNvCxnSpPr>
          <p:nvPr/>
        </p:nvCxnSpPr>
        <p:spPr>
          <a:xfrm flipH="1">
            <a:off x="8957823" y="448118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0F187CE-DE56-1CCF-01C9-7D30C41C4AEE}"/>
              </a:ext>
            </a:extLst>
          </p:cNvPr>
          <p:cNvCxnSpPr>
            <a:cxnSpLocks/>
          </p:cNvCxnSpPr>
          <p:nvPr/>
        </p:nvCxnSpPr>
        <p:spPr>
          <a:xfrm flipH="1">
            <a:off x="8957823" y="399741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C7FAEED-74B9-FCCD-32FE-59F166A65603}"/>
              </a:ext>
            </a:extLst>
          </p:cNvPr>
          <p:cNvCxnSpPr>
            <a:cxnSpLocks/>
          </p:cNvCxnSpPr>
          <p:nvPr/>
        </p:nvCxnSpPr>
        <p:spPr>
          <a:xfrm flipH="1">
            <a:off x="8964464" y="3565033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82029BC-FDAC-C605-5734-206C68A38804}"/>
              </a:ext>
            </a:extLst>
          </p:cNvPr>
          <p:cNvCxnSpPr>
            <a:cxnSpLocks/>
          </p:cNvCxnSpPr>
          <p:nvPr/>
        </p:nvCxnSpPr>
        <p:spPr>
          <a:xfrm flipH="1">
            <a:off x="8957823" y="2624218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1A17D208-E8FC-75CA-4739-9C1AFA3736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974" y="2992953"/>
            <a:ext cx="301625" cy="301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D0A7276-9316-6CC9-1153-6EFC703565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0402" y="3476518"/>
            <a:ext cx="194793" cy="19479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33E3314-A220-D3E1-3757-CE4F0CD816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678" y="3421261"/>
            <a:ext cx="194793" cy="1947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EB739B-7731-E943-AA2B-ACDD8D48E553}"/>
              </a:ext>
            </a:extLst>
          </p:cNvPr>
          <p:cNvCxnSpPr>
            <a:cxnSpLocks/>
          </p:cNvCxnSpPr>
          <p:nvPr/>
        </p:nvCxnSpPr>
        <p:spPr>
          <a:xfrm>
            <a:off x="239591" y="3689816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2C76EBE-BD75-F0A9-D91F-520188CEF5F5}"/>
              </a:ext>
            </a:extLst>
          </p:cNvPr>
          <p:cNvCxnSpPr>
            <a:cxnSpLocks/>
          </p:cNvCxnSpPr>
          <p:nvPr/>
        </p:nvCxnSpPr>
        <p:spPr>
          <a:xfrm flipV="1">
            <a:off x="389894" y="2560819"/>
            <a:ext cx="0" cy="129256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554C15-E115-433D-2D92-1AB02DC725E6}"/>
              </a:ext>
            </a:extLst>
          </p:cNvPr>
          <p:cNvCxnSpPr>
            <a:cxnSpLocks/>
          </p:cNvCxnSpPr>
          <p:nvPr/>
        </p:nvCxnSpPr>
        <p:spPr>
          <a:xfrm>
            <a:off x="239591" y="3298417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D1EB962-32D9-51FF-3F4D-4122468C431D}"/>
              </a:ext>
            </a:extLst>
          </p:cNvPr>
          <p:cNvCxnSpPr>
            <a:cxnSpLocks/>
          </p:cNvCxnSpPr>
          <p:nvPr/>
        </p:nvCxnSpPr>
        <p:spPr>
          <a:xfrm>
            <a:off x="239591" y="2919190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37F6B8E-F0ED-A3A7-6FC0-0A784D2F5979}"/>
              </a:ext>
            </a:extLst>
          </p:cNvPr>
          <p:cNvCxnSpPr>
            <a:cxnSpLocks/>
          </p:cNvCxnSpPr>
          <p:nvPr/>
        </p:nvCxnSpPr>
        <p:spPr>
          <a:xfrm flipV="1">
            <a:off x="1506313" y="2914840"/>
            <a:ext cx="0" cy="383577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DE0DE82-D1FB-521A-CAB0-E652C4AE8643}"/>
              </a:ext>
            </a:extLst>
          </p:cNvPr>
          <p:cNvCxnSpPr>
            <a:cxnSpLocks/>
          </p:cNvCxnSpPr>
          <p:nvPr/>
        </p:nvCxnSpPr>
        <p:spPr>
          <a:xfrm flipV="1">
            <a:off x="949876" y="3294578"/>
            <a:ext cx="276446" cy="55881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89C6B19-1908-A7B9-6738-A5D63E12E8A5}"/>
              </a:ext>
            </a:extLst>
          </p:cNvPr>
          <p:cNvCxnSpPr>
            <a:cxnSpLocks/>
          </p:cNvCxnSpPr>
          <p:nvPr/>
        </p:nvCxnSpPr>
        <p:spPr>
          <a:xfrm>
            <a:off x="239591" y="3689816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C6EE5BD-CDE6-C07F-6C26-09794D9948DC}"/>
              </a:ext>
            </a:extLst>
          </p:cNvPr>
          <p:cNvCxnSpPr>
            <a:cxnSpLocks/>
          </p:cNvCxnSpPr>
          <p:nvPr/>
        </p:nvCxnSpPr>
        <p:spPr>
          <a:xfrm>
            <a:off x="239591" y="3299689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44487A1-EC6D-8F0E-0F9C-3038B03E41E0}"/>
              </a:ext>
            </a:extLst>
          </p:cNvPr>
          <p:cNvCxnSpPr>
            <a:cxnSpLocks/>
          </p:cNvCxnSpPr>
          <p:nvPr/>
        </p:nvCxnSpPr>
        <p:spPr>
          <a:xfrm>
            <a:off x="247545" y="2921928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62DA1E7-2FB3-6EF4-1565-11B9C88F9F09}"/>
              </a:ext>
            </a:extLst>
          </p:cNvPr>
          <p:cNvCxnSpPr>
            <a:cxnSpLocks/>
          </p:cNvCxnSpPr>
          <p:nvPr/>
        </p:nvCxnSpPr>
        <p:spPr>
          <a:xfrm flipV="1">
            <a:off x="1506313" y="2914840"/>
            <a:ext cx="0" cy="38406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0A3A15A-2A01-66FE-D85B-D4855BF6C8E5}"/>
              </a:ext>
            </a:extLst>
          </p:cNvPr>
          <p:cNvCxnSpPr>
            <a:cxnSpLocks/>
          </p:cNvCxnSpPr>
          <p:nvPr/>
        </p:nvCxnSpPr>
        <p:spPr>
          <a:xfrm flipV="1">
            <a:off x="389894" y="2560819"/>
            <a:ext cx="0" cy="129256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02930F7-7C34-5695-3B3A-FC388D1B2346}"/>
              </a:ext>
            </a:extLst>
          </p:cNvPr>
          <p:cNvCxnSpPr>
            <a:cxnSpLocks/>
          </p:cNvCxnSpPr>
          <p:nvPr/>
        </p:nvCxnSpPr>
        <p:spPr>
          <a:xfrm flipV="1">
            <a:off x="949876" y="3319535"/>
            <a:ext cx="271844" cy="5338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EA9D9D8-EE3B-5612-5480-82D1ED072921}"/>
              </a:ext>
            </a:extLst>
          </p:cNvPr>
          <p:cNvCxnSpPr>
            <a:cxnSpLocks/>
          </p:cNvCxnSpPr>
          <p:nvPr/>
        </p:nvCxnSpPr>
        <p:spPr>
          <a:xfrm flipH="1" flipV="1">
            <a:off x="827115" y="2560732"/>
            <a:ext cx="122761" cy="33704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6E8DA-08D2-1177-93EF-EFAF08D24A00}"/>
              </a:ext>
            </a:extLst>
          </p:cNvPr>
          <p:cNvCxnSpPr>
            <a:cxnSpLocks/>
          </p:cNvCxnSpPr>
          <p:nvPr/>
        </p:nvCxnSpPr>
        <p:spPr>
          <a:xfrm>
            <a:off x="827115" y="2562972"/>
            <a:ext cx="130675" cy="34802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aphic 128">
            <a:extLst>
              <a:ext uri="{FF2B5EF4-FFF2-40B4-BE49-F238E27FC236}">
                <a16:creationId xmlns:a16="http://schemas.microsoft.com/office/drawing/2014/main" id="{A9154946-DE8E-A95D-77B5-A3E3B79F72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4936" y="2705678"/>
            <a:ext cx="194793" cy="19479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7B736367-A285-7891-F130-7032349AE5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340" y="2708787"/>
            <a:ext cx="194793" cy="194793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5D6CD3E0-1FBF-5E36-24F4-DDA49C7B5D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22686" y="3476517"/>
            <a:ext cx="194793" cy="19479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8CAD8B47-5843-E4F3-B3E3-58C8725E44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47967" y="3256938"/>
            <a:ext cx="194793" cy="19479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687F8962-E928-0749-CB48-8A806E3926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11761" y="3140543"/>
            <a:ext cx="194793" cy="19479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8203B933-0B58-E758-FD22-9099513C57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93972" y="2801400"/>
            <a:ext cx="194793" cy="194793"/>
          </a:xfrm>
          <a:prstGeom prst="rect">
            <a:avLst/>
          </a:prstGeom>
        </p:spPr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09D8CD8-CB13-C34A-3F2F-677DE38CB07C}"/>
              </a:ext>
            </a:extLst>
          </p:cNvPr>
          <p:cNvCxnSpPr>
            <a:cxnSpLocks/>
          </p:cNvCxnSpPr>
          <p:nvPr/>
        </p:nvCxnSpPr>
        <p:spPr>
          <a:xfrm>
            <a:off x="11509158" y="3360737"/>
            <a:ext cx="10925" cy="1411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c 138">
            <a:extLst>
              <a:ext uri="{FF2B5EF4-FFF2-40B4-BE49-F238E27FC236}">
                <a16:creationId xmlns:a16="http://schemas.microsoft.com/office/drawing/2014/main" id="{F69D9ADA-64D5-FA32-9214-9911BA67A8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6413" y="2988039"/>
            <a:ext cx="194793" cy="194793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C093DED-B617-3240-2F91-E08CBA563FED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>
            <a:off x="11617479" y="3470482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6D53DFE-8106-6CED-8DBC-8C8C9DE62740}"/>
              </a:ext>
            </a:extLst>
          </p:cNvPr>
          <p:cNvCxnSpPr>
            <a:cxnSpLocks/>
          </p:cNvCxnSpPr>
          <p:nvPr/>
        </p:nvCxnSpPr>
        <p:spPr>
          <a:xfrm>
            <a:off x="11597261" y="3276792"/>
            <a:ext cx="145590" cy="779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CA147C6-9496-8839-9B99-93CDFEBBF7CB}"/>
              </a:ext>
            </a:extLst>
          </p:cNvPr>
          <p:cNvCxnSpPr>
            <a:cxnSpLocks/>
          </p:cNvCxnSpPr>
          <p:nvPr/>
        </p:nvCxnSpPr>
        <p:spPr>
          <a:xfrm flipH="1">
            <a:off x="10785446" y="3015260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>
            <a:extLst>
              <a:ext uri="{FF2B5EF4-FFF2-40B4-BE49-F238E27FC236}">
                <a16:creationId xmlns:a16="http://schemas.microsoft.com/office/drawing/2014/main" id="{3D1FD957-D173-8479-28A7-6B75B3A8B1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68283" y="3881499"/>
            <a:ext cx="194793" cy="194793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C5811411-0CEC-3911-1BF0-E30F99E6D7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64989" y="3516130"/>
            <a:ext cx="194793" cy="194793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740A0D4A-1906-AC3D-DC65-F62C736B8B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40262" y="3624177"/>
            <a:ext cx="194793" cy="194793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A47F52D-25CF-C876-9616-0486F32F5A5E}"/>
              </a:ext>
            </a:extLst>
          </p:cNvPr>
          <p:cNvCxnSpPr>
            <a:cxnSpLocks/>
          </p:cNvCxnSpPr>
          <p:nvPr/>
        </p:nvCxnSpPr>
        <p:spPr>
          <a:xfrm>
            <a:off x="10665424" y="3847519"/>
            <a:ext cx="123045" cy="1562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E0ED53A-8314-178C-86CE-0CC20249EDAB}"/>
              </a:ext>
            </a:extLst>
          </p:cNvPr>
          <p:cNvCxnSpPr>
            <a:cxnSpLocks/>
          </p:cNvCxnSpPr>
          <p:nvPr/>
        </p:nvCxnSpPr>
        <p:spPr>
          <a:xfrm flipH="1">
            <a:off x="10896401" y="3744903"/>
            <a:ext cx="69136" cy="176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A0510A2-6A2D-821C-7702-4D68135CDD10}"/>
              </a:ext>
            </a:extLst>
          </p:cNvPr>
          <p:cNvCxnSpPr>
            <a:cxnSpLocks/>
          </p:cNvCxnSpPr>
          <p:nvPr/>
        </p:nvCxnSpPr>
        <p:spPr>
          <a:xfrm flipV="1">
            <a:off x="10711966" y="3639691"/>
            <a:ext cx="176112" cy="1074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3F5736D6-6EE1-2498-0763-431040CA899F}"/>
              </a:ext>
            </a:extLst>
          </p:cNvPr>
          <p:cNvSpPr/>
          <p:nvPr/>
        </p:nvSpPr>
        <p:spPr>
          <a:xfrm>
            <a:off x="11311528" y="3099302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A463DE6-E95F-A9C6-DBD1-9F28E10E3726}"/>
              </a:ext>
            </a:extLst>
          </p:cNvPr>
          <p:cNvSpPr/>
          <p:nvPr/>
        </p:nvSpPr>
        <p:spPr>
          <a:xfrm>
            <a:off x="10499772" y="3475948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E910680-48D0-2F6D-A257-C0DA6A24C5AB}"/>
              </a:ext>
            </a:extLst>
          </p:cNvPr>
          <p:cNvSpPr/>
          <p:nvPr/>
        </p:nvSpPr>
        <p:spPr>
          <a:xfrm>
            <a:off x="10559255" y="2742093"/>
            <a:ext cx="586131" cy="58613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594E0A7-264F-26D7-AA0D-A7BCC3A31B5C}"/>
              </a:ext>
            </a:extLst>
          </p:cNvPr>
          <p:cNvCxnSpPr>
            <a:cxnSpLocks/>
          </p:cNvCxnSpPr>
          <p:nvPr/>
        </p:nvCxnSpPr>
        <p:spPr>
          <a:xfrm>
            <a:off x="10736952" y="3221961"/>
            <a:ext cx="183753" cy="33286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4E0F45A-12A6-3832-9E61-2B7E0AE121E2}"/>
              </a:ext>
            </a:extLst>
          </p:cNvPr>
          <p:cNvCxnSpPr>
            <a:cxnSpLocks/>
          </p:cNvCxnSpPr>
          <p:nvPr/>
        </p:nvCxnSpPr>
        <p:spPr>
          <a:xfrm flipH="1">
            <a:off x="10628423" y="3217343"/>
            <a:ext cx="64698" cy="4206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F458F76-46D4-382E-8C4F-FC6AE83F5322}"/>
              </a:ext>
            </a:extLst>
          </p:cNvPr>
          <p:cNvCxnSpPr>
            <a:cxnSpLocks/>
          </p:cNvCxnSpPr>
          <p:nvPr/>
        </p:nvCxnSpPr>
        <p:spPr>
          <a:xfrm>
            <a:off x="10713356" y="3221961"/>
            <a:ext cx="118508" cy="674675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B70206B-F1A5-9BC2-AF04-D5C994CD3E8E}"/>
              </a:ext>
            </a:extLst>
          </p:cNvPr>
          <p:cNvCxnSpPr>
            <a:cxnSpLocks/>
          </p:cNvCxnSpPr>
          <p:nvPr/>
        </p:nvCxnSpPr>
        <p:spPr>
          <a:xfrm flipH="1">
            <a:off x="10957768" y="3038475"/>
            <a:ext cx="29257" cy="505363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B308900-58AD-476A-502F-64336BE3F46C}"/>
              </a:ext>
            </a:extLst>
          </p:cNvPr>
          <p:cNvCxnSpPr>
            <a:cxnSpLocks/>
          </p:cNvCxnSpPr>
          <p:nvPr/>
        </p:nvCxnSpPr>
        <p:spPr>
          <a:xfrm>
            <a:off x="11021950" y="3038475"/>
            <a:ext cx="438836" cy="490989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07185-CE5E-8818-5FD4-10718CE7F480}"/>
              </a:ext>
            </a:extLst>
          </p:cNvPr>
          <p:cNvCxnSpPr>
            <a:cxnSpLocks/>
          </p:cNvCxnSpPr>
          <p:nvPr/>
        </p:nvCxnSpPr>
        <p:spPr>
          <a:xfrm flipH="1">
            <a:off x="10954912" y="3622898"/>
            <a:ext cx="471856" cy="368244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E180FAA4-1C3A-F060-92D8-FA9A66D08525}"/>
              </a:ext>
            </a:extLst>
          </p:cNvPr>
          <p:cNvSpPr/>
          <p:nvPr/>
        </p:nvSpPr>
        <p:spPr>
          <a:xfrm>
            <a:off x="5203424" y="4649312"/>
            <a:ext cx="1785150" cy="5395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repeat for certain steps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6D819FE-FB03-B414-AD34-249CD9ED9A58}"/>
              </a:ext>
            </a:extLst>
          </p:cNvPr>
          <p:cNvCxnSpPr>
            <a:cxnSpLocks/>
          </p:cNvCxnSpPr>
          <p:nvPr/>
        </p:nvCxnSpPr>
        <p:spPr>
          <a:xfrm>
            <a:off x="2703991" y="4340506"/>
            <a:ext cx="0" cy="5783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4DFBA7-5B9E-3DCD-E6D2-B8DE6D825D6B}"/>
              </a:ext>
            </a:extLst>
          </p:cNvPr>
          <p:cNvCxnSpPr>
            <a:cxnSpLocks/>
          </p:cNvCxnSpPr>
          <p:nvPr/>
        </p:nvCxnSpPr>
        <p:spPr>
          <a:xfrm>
            <a:off x="2704729" y="1587525"/>
            <a:ext cx="0" cy="5743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iamond 53">
            <a:extLst>
              <a:ext uri="{FF2B5EF4-FFF2-40B4-BE49-F238E27FC236}">
                <a16:creationId xmlns:a16="http://schemas.microsoft.com/office/drawing/2014/main" id="{E50EEAB2-8434-320E-198B-40F4B1C85C98}"/>
              </a:ext>
            </a:extLst>
          </p:cNvPr>
          <p:cNvSpPr/>
          <p:nvPr/>
        </p:nvSpPr>
        <p:spPr>
          <a:xfrm>
            <a:off x="5303733" y="1298624"/>
            <a:ext cx="1586518" cy="60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start simulation step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4FE50E-ADC7-0F61-0E7B-B6E102126AA8}"/>
              </a:ext>
            </a:extLst>
          </p:cNvPr>
          <p:cNvCxnSpPr>
            <a:cxnSpLocks/>
          </p:cNvCxnSpPr>
          <p:nvPr/>
        </p:nvCxnSpPr>
        <p:spPr>
          <a:xfrm flipH="1" flipV="1">
            <a:off x="2695160" y="1591836"/>
            <a:ext cx="2539590" cy="55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69F86D-20DE-B768-6D56-D77692DE329C}"/>
              </a:ext>
            </a:extLst>
          </p:cNvPr>
          <p:cNvCxnSpPr>
            <a:cxnSpLocks/>
          </p:cNvCxnSpPr>
          <p:nvPr/>
        </p:nvCxnSpPr>
        <p:spPr>
          <a:xfrm>
            <a:off x="5234750" y="1597357"/>
            <a:ext cx="593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D860969B-2DA5-6AEB-6D56-28DCEF582186}"/>
              </a:ext>
            </a:extLst>
          </p:cNvPr>
          <p:cNvSpPr/>
          <p:nvPr/>
        </p:nvSpPr>
        <p:spPr>
          <a:xfrm rot="5400000">
            <a:off x="6023785" y="-757376"/>
            <a:ext cx="131731" cy="5466768"/>
          </a:xfrm>
          <a:prstGeom prst="leftBrace">
            <a:avLst>
              <a:gd name="adj1" fmla="val 67632"/>
              <a:gd name="adj2" fmla="val 499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61C8137-22BB-91DD-4457-0ADA4ED08222}"/>
              </a:ext>
            </a:extLst>
          </p:cNvPr>
          <p:cNvCxnSpPr>
            <a:cxnSpLocks/>
            <a:stCxn id="35" idx="2"/>
            <a:endCxn id="54" idx="0"/>
          </p:cNvCxnSpPr>
          <p:nvPr/>
        </p:nvCxnSpPr>
        <p:spPr>
          <a:xfrm>
            <a:off x="6092911" y="1163960"/>
            <a:ext cx="4081" cy="1346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/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generate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agents and match their attributes with their socioeconomic statues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  <a:blipFill>
                <a:blip r:embed="rId15"/>
                <a:stretch>
                  <a:fillRect r="-459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30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419FD4D-2714-EA11-97E6-CF6E33E98876}"/>
              </a:ext>
            </a:extLst>
          </p:cNvPr>
          <p:cNvCxnSpPr>
            <a:cxnSpLocks/>
          </p:cNvCxnSpPr>
          <p:nvPr/>
        </p:nvCxnSpPr>
        <p:spPr>
          <a:xfrm flipH="1">
            <a:off x="91440" y="4915531"/>
            <a:ext cx="5169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1825156-3741-57AB-8DE7-8A9C1EF98AB0}"/>
              </a:ext>
            </a:extLst>
          </p:cNvPr>
          <p:cNvSpPr txBox="1"/>
          <p:nvPr/>
        </p:nvSpPr>
        <p:spPr>
          <a:xfrm>
            <a:off x="1855714" y="3766751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6B57FE-E603-A8A3-58E9-9F6F2270AD96}"/>
              </a:ext>
            </a:extLst>
          </p:cNvPr>
          <p:cNvSpPr txBox="1"/>
          <p:nvPr/>
        </p:nvSpPr>
        <p:spPr>
          <a:xfrm>
            <a:off x="2019893" y="3290500"/>
            <a:ext cx="1042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market nodes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E2B30A-41F3-C3F1-BE65-4C88A4140FCB}"/>
              </a:ext>
            </a:extLst>
          </p:cNvPr>
          <p:cNvSpPr txBox="1"/>
          <p:nvPr/>
        </p:nvSpPr>
        <p:spPr>
          <a:xfrm>
            <a:off x="1855713" y="284636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1827B2-9EFE-7DFB-39EF-2EBB91C8BEA8}"/>
              </a:ext>
            </a:extLst>
          </p:cNvPr>
          <p:cNvSpPr txBox="1"/>
          <p:nvPr/>
        </p:nvSpPr>
        <p:spPr>
          <a:xfrm>
            <a:off x="1799066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094AC8-F951-B771-6FCC-34E1F5843D94}"/>
              </a:ext>
            </a:extLst>
          </p:cNvPr>
          <p:cNvSpPr txBox="1"/>
          <p:nvPr/>
        </p:nvSpPr>
        <p:spPr>
          <a:xfrm>
            <a:off x="8986399" y="424190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C80171-1731-D9BB-998E-25356C0144D9}"/>
              </a:ext>
            </a:extLst>
          </p:cNvPr>
          <p:cNvSpPr txBox="1"/>
          <p:nvPr/>
        </p:nvSpPr>
        <p:spPr>
          <a:xfrm>
            <a:off x="9172143" y="3758134"/>
            <a:ext cx="1033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agents’ home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A7C4F8-3A7E-3F10-3535-C9C90B032F23}"/>
              </a:ext>
            </a:extLst>
          </p:cNvPr>
          <p:cNvSpPr txBox="1"/>
          <p:nvPr/>
        </p:nvSpPr>
        <p:spPr>
          <a:xfrm>
            <a:off x="9178784" y="3325748"/>
            <a:ext cx="9514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nodes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0F3EC9-08DE-CA45-DD7B-A383BBC9BA06}"/>
              </a:ext>
            </a:extLst>
          </p:cNvPr>
          <p:cNvSpPr txBox="1"/>
          <p:nvPr/>
        </p:nvSpPr>
        <p:spPr>
          <a:xfrm>
            <a:off x="8931652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0C2CDD-188D-7A0E-ACB0-2A5A8B76270A}"/>
              </a:ext>
            </a:extLst>
          </p:cNvPr>
          <p:cNvCxnSpPr/>
          <p:nvPr/>
        </p:nvCxnSpPr>
        <p:spPr>
          <a:xfrm>
            <a:off x="6095999" y="454467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278E44-49D5-BACE-5071-1EA7045C0192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8160770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1AD351-153D-841E-185F-FF9A3FC08DC6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5486442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175623-7B4A-B2C2-0607-E4C9E633830C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4031231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E56C92-EC3E-E6ED-947B-C4F884E42EE6}"/>
              </a:ext>
            </a:extLst>
          </p:cNvPr>
          <p:cNvCxnSpPr/>
          <p:nvPr/>
        </p:nvCxnSpPr>
        <p:spPr>
          <a:xfrm>
            <a:off x="8157226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C2A6B7-6624-AE39-D836-5C79C78E8813}"/>
              </a:ext>
            </a:extLst>
          </p:cNvPr>
          <p:cNvCxnSpPr/>
          <p:nvPr/>
        </p:nvCxnSpPr>
        <p:spPr>
          <a:xfrm>
            <a:off x="5482898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36CD8AA-5ECE-1A6F-1C28-C5053E30D663}"/>
              </a:ext>
            </a:extLst>
          </p:cNvPr>
          <p:cNvCxnSpPr/>
          <p:nvPr/>
        </p:nvCxnSpPr>
        <p:spPr>
          <a:xfrm>
            <a:off x="4027687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60CD81-0099-0C6D-45F9-CDB4BFBFBB1C}"/>
              </a:ext>
            </a:extLst>
          </p:cNvPr>
          <p:cNvCxnSpPr/>
          <p:nvPr/>
        </p:nvCxnSpPr>
        <p:spPr>
          <a:xfrm>
            <a:off x="8154673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E1B355-570E-7D94-6E78-5EA9FE6B1353}"/>
              </a:ext>
            </a:extLst>
          </p:cNvPr>
          <p:cNvCxnSpPr/>
          <p:nvPr/>
        </p:nvCxnSpPr>
        <p:spPr>
          <a:xfrm>
            <a:off x="5480345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EE2D60-94A9-C8C6-3F90-474DBA157876}"/>
              </a:ext>
            </a:extLst>
          </p:cNvPr>
          <p:cNvCxnSpPr/>
          <p:nvPr/>
        </p:nvCxnSpPr>
        <p:spPr>
          <a:xfrm>
            <a:off x="4025134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F3A1CA-79F1-554C-571A-6D6573C8A388}"/>
              </a:ext>
            </a:extLst>
          </p:cNvPr>
          <p:cNvCxnSpPr/>
          <p:nvPr/>
        </p:nvCxnSpPr>
        <p:spPr>
          <a:xfrm>
            <a:off x="8154673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85005B5-57F3-A83F-FEE0-0A90962A2C7F}"/>
              </a:ext>
            </a:extLst>
          </p:cNvPr>
          <p:cNvCxnSpPr/>
          <p:nvPr/>
        </p:nvCxnSpPr>
        <p:spPr>
          <a:xfrm>
            <a:off x="5480345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AD2552-049E-D65B-2B10-F846CBF1160B}"/>
              </a:ext>
            </a:extLst>
          </p:cNvPr>
          <p:cNvCxnSpPr/>
          <p:nvPr/>
        </p:nvCxnSpPr>
        <p:spPr>
          <a:xfrm>
            <a:off x="4025134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F8F8B5-138E-0FB6-6F8F-AEC89676C2EF}"/>
              </a:ext>
            </a:extLst>
          </p:cNvPr>
          <p:cNvSpPr txBox="1"/>
          <p:nvPr/>
        </p:nvSpPr>
        <p:spPr>
          <a:xfrm>
            <a:off x="3706204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72F4-4C7E-C737-9CE2-3D575AAF8A48}"/>
              </a:ext>
            </a:extLst>
          </p:cNvPr>
          <p:cNvSpPr txBox="1"/>
          <p:nvPr/>
        </p:nvSpPr>
        <p:spPr>
          <a:xfrm>
            <a:off x="5161415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2C499-4F82-54EC-A08F-4A080D6BC406}"/>
              </a:ext>
            </a:extLst>
          </p:cNvPr>
          <p:cNvSpPr txBox="1"/>
          <p:nvPr/>
        </p:nvSpPr>
        <p:spPr>
          <a:xfrm>
            <a:off x="6591312" y="202341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/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agent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81AA66C-C1B9-82FB-0144-BCCCDD6A78C3}"/>
              </a:ext>
            </a:extLst>
          </p:cNvPr>
          <p:cNvSpPr/>
          <p:nvPr/>
        </p:nvSpPr>
        <p:spPr>
          <a:xfrm>
            <a:off x="3362616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0BDAB-829E-BEC8-DC3F-85438E454781}"/>
              </a:ext>
            </a:extLst>
          </p:cNvPr>
          <p:cNvSpPr/>
          <p:nvPr/>
        </p:nvSpPr>
        <p:spPr>
          <a:xfrm>
            <a:off x="4817827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8BF58-3878-3718-ACBE-88D4D2FFA47E}"/>
              </a:ext>
            </a:extLst>
          </p:cNvPr>
          <p:cNvSpPr/>
          <p:nvPr/>
        </p:nvSpPr>
        <p:spPr>
          <a:xfrm>
            <a:off x="7492155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1A88FD-360E-E002-94F7-5B1DCD8EA822}"/>
                  </a:ext>
                </a:extLst>
              </p:cNvPr>
              <p:cNvSpPr/>
              <p:nvPr/>
            </p:nvSpPr>
            <p:spPr>
              <a:xfrm>
                <a:off x="3362616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1A88FD-360E-E002-94F7-5B1DCD8EA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16" y="2803338"/>
                <a:ext cx="1337229" cy="383519"/>
              </a:xfrm>
              <a:prstGeom prst="rect">
                <a:avLst/>
              </a:prstGeom>
              <a:blipFill>
                <a:blip r:embed="rId3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0A0A0C-BA92-F485-FFED-6615E29819E6}"/>
                  </a:ext>
                </a:extLst>
              </p:cNvPr>
              <p:cNvSpPr/>
              <p:nvPr/>
            </p:nvSpPr>
            <p:spPr>
              <a:xfrm>
                <a:off x="4817827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80A0A0C-BA92-F485-FFED-6615E29819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7" y="2803338"/>
                <a:ext cx="1337229" cy="383519"/>
              </a:xfrm>
              <a:prstGeom prst="rect">
                <a:avLst/>
              </a:prstGeom>
              <a:blipFill>
                <a:blip r:embed="rId4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4B7ABC-1577-4111-758F-7F1957A8E124}"/>
                  </a:ext>
                </a:extLst>
              </p:cNvPr>
              <p:cNvSpPr/>
              <p:nvPr/>
            </p:nvSpPr>
            <p:spPr>
              <a:xfrm>
                <a:off x="7492155" y="2803338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reach destination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4B7ABC-1577-4111-758F-7F1957A8E1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55" y="2803338"/>
                <a:ext cx="1337229" cy="383519"/>
              </a:xfrm>
              <a:prstGeom prst="rect">
                <a:avLst/>
              </a:prstGeom>
              <a:blipFill>
                <a:blip r:embed="rId5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A026E50-202D-8ECD-4491-0319AFA3C416}"/>
              </a:ext>
            </a:extLst>
          </p:cNvPr>
          <p:cNvSpPr/>
          <p:nvPr/>
        </p:nvSpPr>
        <p:spPr>
          <a:xfrm>
            <a:off x="3362616" y="3266529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trade resources (food, water, and energy) with market or other agents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B89C08-F9DF-FDBE-DA76-C5F083CF1535}"/>
                  </a:ext>
                </a:extLst>
              </p:cNvPr>
              <p:cNvSpPr/>
              <p:nvPr/>
            </p:nvSpPr>
            <p:spPr>
              <a:xfrm>
                <a:off x="3362615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B89C08-F9DF-FDBE-DA76-C5F083CF1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15" y="3729720"/>
                <a:ext cx="1337229" cy="383519"/>
              </a:xfrm>
              <a:prstGeom prst="rect">
                <a:avLst/>
              </a:prstGeom>
              <a:blipFill>
                <a:blip r:embed="rId6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A9A0444-B52C-8B8F-C7B4-0F94F149755C}"/>
                  </a:ext>
                </a:extLst>
              </p:cNvPr>
              <p:cNvSpPr/>
              <p:nvPr/>
            </p:nvSpPr>
            <p:spPr>
              <a:xfrm>
                <a:off x="4817826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A9A0444-B52C-8B8F-C7B4-0F94F1497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26" y="3729720"/>
                <a:ext cx="1337229" cy="383519"/>
              </a:xfrm>
              <a:prstGeom prst="rect">
                <a:avLst/>
              </a:prstGeom>
              <a:blipFill>
                <a:blip r:embed="rId7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E3E723-5D1B-A0F2-53EB-329238AC79A1}"/>
                  </a:ext>
                </a:extLst>
              </p:cNvPr>
              <p:cNvSpPr/>
              <p:nvPr/>
            </p:nvSpPr>
            <p:spPr>
              <a:xfrm>
                <a:off x="7492154" y="3729720"/>
                <a:ext cx="1337229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go back home</a:t>
                </a:r>
              </a:p>
              <a:p>
                <a:pPr algn="ctr"/>
                <a:r>
                  <a:rPr lang="en-US" sz="1100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100" dirty="0"/>
                  <a:t> algorithm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E3E723-5D1B-A0F2-53EB-329238AC7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54" y="3729720"/>
                <a:ext cx="1337229" cy="383519"/>
              </a:xfrm>
              <a:prstGeom prst="rect">
                <a:avLst/>
              </a:prstGeom>
              <a:blipFill>
                <a:blip r:embed="rId8"/>
                <a:stretch>
                  <a:fillRect t="-312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4871E5B3-2E10-3E1E-D51F-0F13942715CB}"/>
              </a:ext>
            </a:extLst>
          </p:cNvPr>
          <p:cNvSpPr/>
          <p:nvPr/>
        </p:nvSpPr>
        <p:spPr>
          <a:xfrm>
            <a:off x="3362616" y="4189414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exchange resources (food, water, and energy) with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7EBAA-2B70-EEC2-73E3-9102453E69A9}"/>
              </a:ext>
            </a:extLst>
          </p:cNvPr>
          <p:cNvSpPr txBox="1"/>
          <p:nvPr/>
        </p:nvSpPr>
        <p:spPr>
          <a:xfrm>
            <a:off x="10354232" y="4164908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Society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263E0-2F71-66B3-14C6-EFECFA8D0836}"/>
              </a:ext>
            </a:extLst>
          </p:cNvPr>
          <p:cNvSpPr txBox="1"/>
          <p:nvPr/>
        </p:nvSpPr>
        <p:spPr>
          <a:xfrm>
            <a:off x="199405" y="4160851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76B998-398B-023E-631B-4B374ABD2EC7}"/>
              </a:ext>
            </a:extLst>
          </p:cNvPr>
          <p:cNvCxnSpPr>
            <a:cxnSpLocks/>
          </p:cNvCxnSpPr>
          <p:nvPr/>
        </p:nvCxnSpPr>
        <p:spPr>
          <a:xfrm>
            <a:off x="1835004" y="4003778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6ACC988-5A35-30EE-F927-0364523D0FD0}"/>
              </a:ext>
            </a:extLst>
          </p:cNvPr>
          <p:cNvCxnSpPr>
            <a:cxnSpLocks/>
          </p:cNvCxnSpPr>
          <p:nvPr/>
        </p:nvCxnSpPr>
        <p:spPr>
          <a:xfrm>
            <a:off x="1835004" y="3529015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BFB981-DC91-78FA-F8FA-792FDFF8622B}"/>
              </a:ext>
            </a:extLst>
          </p:cNvPr>
          <p:cNvCxnSpPr>
            <a:cxnSpLocks/>
          </p:cNvCxnSpPr>
          <p:nvPr/>
        </p:nvCxnSpPr>
        <p:spPr>
          <a:xfrm>
            <a:off x="1835004" y="3081339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4E157C-573D-735C-4A73-88EF446B711E}"/>
              </a:ext>
            </a:extLst>
          </p:cNvPr>
          <p:cNvCxnSpPr>
            <a:cxnSpLocks/>
          </p:cNvCxnSpPr>
          <p:nvPr/>
        </p:nvCxnSpPr>
        <p:spPr>
          <a:xfrm>
            <a:off x="1835004" y="2625987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B2F1C26-B43D-1E3F-C155-6E8F8701224F}"/>
              </a:ext>
            </a:extLst>
          </p:cNvPr>
          <p:cNvCxnSpPr>
            <a:cxnSpLocks/>
          </p:cNvCxnSpPr>
          <p:nvPr/>
        </p:nvCxnSpPr>
        <p:spPr>
          <a:xfrm flipH="1">
            <a:off x="8957823" y="448118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0F187CE-DE56-1CCF-01C9-7D30C41C4AEE}"/>
              </a:ext>
            </a:extLst>
          </p:cNvPr>
          <p:cNvCxnSpPr>
            <a:cxnSpLocks/>
          </p:cNvCxnSpPr>
          <p:nvPr/>
        </p:nvCxnSpPr>
        <p:spPr>
          <a:xfrm flipH="1">
            <a:off x="8957823" y="399741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C7FAEED-74B9-FCCD-32FE-59F166A65603}"/>
              </a:ext>
            </a:extLst>
          </p:cNvPr>
          <p:cNvCxnSpPr>
            <a:cxnSpLocks/>
          </p:cNvCxnSpPr>
          <p:nvPr/>
        </p:nvCxnSpPr>
        <p:spPr>
          <a:xfrm flipH="1">
            <a:off x="8964464" y="3565033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82029BC-FDAC-C605-5734-206C68A38804}"/>
              </a:ext>
            </a:extLst>
          </p:cNvPr>
          <p:cNvCxnSpPr>
            <a:cxnSpLocks/>
          </p:cNvCxnSpPr>
          <p:nvPr/>
        </p:nvCxnSpPr>
        <p:spPr>
          <a:xfrm flipH="1">
            <a:off x="8957823" y="2624218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1A17D208-E8FC-75CA-4739-9C1AFA3736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834" y="2992953"/>
            <a:ext cx="301625" cy="301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D0A7276-9316-6CC9-1153-6EFC703565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3262" y="3476518"/>
            <a:ext cx="194793" cy="19479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33E3314-A220-D3E1-3757-CE4F0CD816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3538" y="3421261"/>
            <a:ext cx="194793" cy="1947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EB739B-7731-E943-AA2B-ACDD8D48E553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2C76EBE-BD75-F0A9-D91F-520188CEF5F5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554C15-E115-433D-2D92-1AB02DC725E6}"/>
              </a:ext>
            </a:extLst>
          </p:cNvPr>
          <p:cNvCxnSpPr>
            <a:cxnSpLocks/>
          </p:cNvCxnSpPr>
          <p:nvPr/>
        </p:nvCxnSpPr>
        <p:spPr>
          <a:xfrm>
            <a:off x="262451" y="3298417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D1EB962-32D9-51FF-3F4D-4122468C431D}"/>
              </a:ext>
            </a:extLst>
          </p:cNvPr>
          <p:cNvCxnSpPr>
            <a:cxnSpLocks/>
          </p:cNvCxnSpPr>
          <p:nvPr/>
        </p:nvCxnSpPr>
        <p:spPr>
          <a:xfrm>
            <a:off x="262451" y="2919190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37F6B8E-F0ED-A3A7-6FC0-0A784D2F5979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3577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DE0DE82-D1FB-521A-CAB0-E652C4AE8643}"/>
              </a:ext>
            </a:extLst>
          </p:cNvPr>
          <p:cNvCxnSpPr>
            <a:cxnSpLocks/>
          </p:cNvCxnSpPr>
          <p:nvPr/>
        </p:nvCxnSpPr>
        <p:spPr>
          <a:xfrm flipV="1">
            <a:off x="972736" y="3294578"/>
            <a:ext cx="276446" cy="55881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89C6B19-1908-A7B9-6738-A5D63E12E8A5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C6EE5BD-CDE6-C07F-6C26-09794D9948DC}"/>
              </a:ext>
            </a:extLst>
          </p:cNvPr>
          <p:cNvCxnSpPr>
            <a:cxnSpLocks/>
          </p:cNvCxnSpPr>
          <p:nvPr/>
        </p:nvCxnSpPr>
        <p:spPr>
          <a:xfrm>
            <a:off x="262451" y="3299689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44487A1-EC6D-8F0E-0F9C-3038B03E41E0}"/>
              </a:ext>
            </a:extLst>
          </p:cNvPr>
          <p:cNvCxnSpPr>
            <a:cxnSpLocks/>
          </p:cNvCxnSpPr>
          <p:nvPr/>
        </p:nvCxnSpPr>
        <p:spPr>
          <a:xfrm>
            <a:off x="270405" y="2921928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62DA1E7-2FB3-6EF4-1565-11B9C88F9F09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406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0A3A15A-2A01-66FE-D85B-D4855BF6C8E5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02930F7-7C34-5695-3B3A-FC388D1B2346}"/>
              </a:ext>
            </a:extLst>
          </p:cNvPr>
          <p:cNvCxnSpPr>
            <a:cxnSpLocks/>
          </p:cNvCxnSpPr>
          <p:nvPr/>
        </p:nvCxnSpPr>
        <p:spPr>
          <a:xfrm flipV="1">
            <a:off x="972736" y="3319535"/>
            <a:ext cx="271844" cy="5338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EA9D9D8-EE3B-5612-5480-82D1ED072921}"/>
              </a:ext>
            </a:extLst>
          </p:cNvPr>
          <p:cNvCxnSpPr>
            <a:cxnSpLocks/>
          </p:cNvCxnSpPr>
          <p:nvPr/>
        </p:nvCxnSpPr>
        <p:spPr>
          <a:xfrm flipH="1" flipV="1">
            <a:off x="849975" y="2560732"/>
            <a:ext cx="122761" cy="33704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6E8DA-08D2-1177-93EF-EFAF08D24A00}"/>
              </a:ext>
            </a:extLst>
          </p:cNvPr>
          <p:cNvCxnSpPr>
            <a:cxnSpLocks/>
          </p:cNvCxnSpPr>
          <p:nvPr/>
        </p:nvCxnSpPr>
        <p:spPr>
          <a:xfrm>
            <a:off x="849975" y="2562972"/>
            <a:ext cx="130675" cy="34802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aphic 128">
            <a:extLst>
              <a:ext uri="{FF2B5EF4-FFF2-40B4-BE49-F238E27FC236}">
                <a16:creationId xmlns:a16="http://schemas.microsoft.com/office/drawing/2014/main" id="{A9154946-DE8E-A95D-77B5-A3E3B79F72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7796" y="2705678"/>
            <a:ext cx="194793" cy="19479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7B736367-A285-7891-F130-7032349AE5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7200" y="2708787"/>
            <a:ext cx="194793" cy="194793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5D6CD3E0-1FBF-5E36-24F4-DDA49C7B5D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99826" y="3476517"/>
            <a:ext cx="194793" cy="19479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8CAD8B47-5843-E4F3-B3E3-58C8725E44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25107" y="3256938"/>
            <a:ext cx="194793" cy="19479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687F8962-E928-0749-CB48-8A806E3926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88901" y="3140543"/>
            <a:ext cx="194793" cy="19479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8203B933-0B58-E758-FD22-9099513C57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1112" y="2801400"/>
            <a:ext cx="194793" cy="194793"/>
          </a:xfrm>
          <a:prstGeom prst="rect">
            <a:avLst/>
          </a:prstGeom>
        </p:spPr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09D8CD8-CB13-C34A-3F2F-677DE38CB07C}"/>
              </a:ext>
            </a:extLst>
          </p:cNvPr>
          <p:cNvCxnSpPr>
            <a:cxnSpLocks/>
          </p:cNvCxnSpPr>
          <p:nvPr/>
        </p:nvCxnSpPr>
        <p:spPr>
          <a:xfrm>
            <a:off x="11486298" y="3360737"/>
            <a:ext cx="10925" cy="1411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c 138">
            <a:extLst>
              <a:ext uri="{FF2B5EF4-FFF2-40B4-BE49-F238E27FC236}">
                <a16:creationId xmlns:a16="http://schemas.microsoft.com/office/drawing/2014/main" id="{F69D9ADA-64D5-FA32-9214-9911BA67A8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93553" y="2988039"/>
            <a:ext cx="194793" cy="194793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C093DED-B617-3240-2F91-E08CBA563FED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>
            <a:off x="11594619" y="3470482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6D53DFE-8106-6CED-8DBC-8C8C9DE62740}"/>
              </a:ext>
            </a:extLst>
          </p:cNvPr>
          <p:cNvCxnSpPr>
            <a:cxnSpLocks/>
          </p:cNvCxnSpPr>
          <p:nvPr/>
        </p:nvCxnSpPr>
        <p:spPr>
          <a:xfrm>
            <a:off x="11574401" y="3276792"/>
            <a:ext cx="145590" cy="779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CA147C6-9496-8839-9B99-93CDFEBBF7CB}"/>
              </a:ext>
            </a:extLst>
          </p:cNvPr>
          <p:cNvCxnSpPr>
            <a:cxnSpLocks/>
          </p:cNvCxnSpPr>
          <p:nvPr/>
        </p:nvCxnSpPr>
        <p:spPr>
          <a:xfrm flipH="1">
            <a:off x="10762586" y="3015260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>
            <a:extLst>
              <a:ext uri="{FF2B5EF4-FFF2-40B4-BE49-F238E27FC236}">
                <a16:creationId xmlns:a16="http://schemas.microsoft.com/office/drawing/2014/main" id="{3D1FD957-D173-8479-28A7-6B75B3A8B1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45423" y="3881499"/>
            <a:ext cx="194793" cy="194793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C5811411-0CEC-3911-1BF0-E30F99E6D7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42129" y="3516130"/>
            <a:ext cx="194793" cy="194793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740A0D4A-1906-AC3D-DC65-F62C736B8B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17402" y="3624177"/>
            <a:ext cx="194793" cy="194793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A47F52D-25CF-C876-9616-0486F32F5A5E}"/>
              </a:ext>
            </a:extLst>
          </p:cNvPr>
          <p:cNvCxnSpPr>
            <a:cxnSpLocks/>
          </p:cNvCxnSpPr>
          <p:nvPr/>
        </p:nvCxnSpPr>
        <p:spPr>
          <a:xfrm>
            <a:off x="10642564" y="3847519"/>
            <a:ext cx="123045" cy="1562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E0ED53A-8314-178C-86CE-0CC20249EDAB}"/>
              </a:ext>
            </a:extLst>
          </p:cNvPr>
          <p:cNvCxnSpPr>
            <a:cxnSpLocks/>
          </p:cNvCxnSpPr>
          <p:nvPr/>
        </p:nvCxnSpPr>
        <p:spPr>
          <a:xfrm flipH="1">
            <a:off x="10873541" y="3744903"/>
            <a:ext cx="69136" cy="176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A0510A2-6A2D-821C-7702-4D68135CDD10}"/>
              </a:ext>
            </a:extLst>
          </p:cNvPr>
          <p:cNvCxnSpPr>
            <a:cxnSpLocks/>
          </p:cNvCxnSpPr>
          <p:nvPr/>
        </p:nvCxnSpPr>
        <p:spPr>
          <a:xfrm flipV="1">
            <a:off x="10689106" y="3639691"/>
            <a:ext cx="176112" cy="1074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3F5736D6-6EE1-2498-0763-431040CA899F}"/>
              </a:ext>
            </a:extLst>
          </p:cNvPr>
          <p:cNvSpPr/>
          <p:nvPr/>
        </p:nvSpPr>
        <p:spPr>
          <a:xfrm>
            <a:off x="11288668" y="3099302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A463DE6-E95F-A9C6-DBD1-9F28E10E3726}"/>
              </a:ext>
            </a:extLst>
          </p:cNvPr>
          <p:cNvSpPr/>
          <p:nvPr/>
        </p:nvSpPr>
        <p:spPr>
          <a:xfrm>
            <a:off x="10476912" y="3475948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E910680-48D0-2F6D-A257-C0DA6A24C5AB}"/>
              </a:ext>
            </a:extLst>
          </p:cNvPr>
          <p:cNvSpPr/>
          <p:nvPr/>
        </p:nvSpPr>
        <p:spPr>
          <a:xfrm>
            <a:off x="10536395" y="2742093"/>
            <a:ext cx="586131" cy="58613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594E0A7-264F-26D7-AA0D-A7BCC3A31B5C}"/>
              </a:ext>
            </a:extLst>
          </p:cNvPr>
          <p:cNvCxnSpPr>
            <a:cxnSpLocks/>
          </p:cNvCxnSpPr>
          <p:nvPr/>
        </p:nvCxnSpPr>
        <p:spPr>
          <a:xfrm>
            <a:off x="10714092" y="3221961"/>
            <a:ext cx="183753" cy="33286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4E0F45A-12A6-3832-9E61-2B7E0AE121E2}"/>
              </a:ext>
            </a:extLst>
          </p:cNvPr>
          <p:cNvCxnSpPr>
            <a:cxnSpLocks/>
          </p:cNvCxnSpPr>
          <p:nvPr/>
        </p:nvCxnSpPr>
        <p:spPr>
          <a:xfrm flipH="1">
            <a:off x="10605563" y="3217343"/>
            <a:ext cx="64698" cy="4206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F458F76-46D4-382E-8C4F-FC6AE83F5322}"/>
              </a:ext>
            </a:extLst>
          </p:cNvPr>
          <p:cNvCxnSpPr>
            <a:cxnSpLocks/>
          </p:cNvCxnSpPr>
          <p:nvPr/>
        </p:nvCxnSpPr>
        <p:spPr>
          <a:xfrm>
            <a:off x="10690496" y="3221961"/>
            <a:ext cx="118508" cy="674675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B70206B-F1A5-9BC2-AF04-D5C994CD3E8E}"/>
              </a:ext>
            </a:extLst>
          </p:cNvPr>
          <p:cNvCxnSpPr>
            <a:cxnSpLocks/>
          </p:cNvCxnSpPr>
          <p:nvPr/>
        </p:nvCxnSpPr>
        <p:spPr>
          <a:xfrm flipH="1">
            <a:off x="10934908" y="3038475"/>
            <a:ext cx="29257" cy="505363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B308900-58AD-476A-502F-64336BE3F46C}"/>
              </a:ext>
            </a:extLst>
          </p:cNvPr>
          <p:cNvCxnSpPr>
            <a:cxnSpLocks/>
          </p:cNvCxnSpPr>
          <p:nvPr/>
        </p:nvCxnSpPr>
        <p:spPr>
          <a:xfrm>
            <a:off x="10999090" y="3038475"/>
            <a:ext cx="438836" cy="490989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07185-CE5E-8818-5FD4-10718CE7F480}"/>
              </a:ext>
            </a:extLst>
          </p:cNvPr>
          <p:cNvCxnSpPr>
            <a:cxnSpLocks/>
          </p:cNvCxnSpPr>
          <p:nvPr/>
        </p:nvCxnSpPr>
        <p:spPr>
          <a:xfrm flipH="1">
            <a:off x="10932052" y="3622898"/>
            <a:ext cx="471856" cy="368244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E180FAA4-1C3A-F060-92D8-FA9A66D08525}"/>
              </a:ext>
            </a:extLst>
          </p:cNvPr>
          <p:cNvSpPr/>
          <p:nvPr/>
        </p:nvSpPr>
        <p:spPr>
          <a:xfrm>
            <a:off x="5203424" y="4649312"/>
            <a:ext cx="1785150" cy="5395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repeat for certain steps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4DFBA7-5B9E-3DCD-E6D2-B8DE6D825D6B}"/>
              </a:ext>
            </a:extLst>
          </p:cNvPr>
          <p:cNvCxnSpPr>
            <a:cxnSpLocks/>
          </p:cNvCxnSpPr>
          <p:nvPr/>
        </p:nvCxnSpPr>
        <p:spPr>
          <a:xfrm>
            <a:off x="103855" y="1587525"/>
            <a:ext cx="0" cy="33280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iamond 53">
            <a:extLst>
              <a:ext uri="{FF2B5EF4-FFF2-40B4-BE49-F238E27FC236}">
                <a16:creationId xmlns:a16="http://schemas.microsoft.com/office/drawing/2014/main" id="{E50EEAB2-8434-320E-198B-40F4B1C85C98}"/>
              </a:ext>
            </a:extLst>
          </p:cNvPr>
          <p:cNvSpPr/>
          <p:nvPr/>
        </p:nvSpPr>
        <p:spPr>
          <a:xfrm>
            <a:off x="5303733" y="1298624"/>
            <a:ext cx="1586518" cy="60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start simulation step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4FE50E-ADC7-0F61-0E7B-B6E102126AA8}"/>
              </a:ext>
            </a:extLst>
          </p:cNvPr>
          <p:cNvCxnSpPr>
            <a:cxnSpLocks/>
          </p:cNvCxnSpPr>
          <p:nvPr/>
        </p:nvCxnSpPr>
        <p:spPr>
          <a:xfrm flipH="1" flipV="1">
            <a:off x="91440" y="1587525"/>
            <a:ext cx="5143310" cy="98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69F86D-20DE-B768-6D56-D77692DE329C}"/>
              </a:ext>
            </a:extLst>
          </p:cNvPr>
          <p:cNvCxnSpPr>
            <a:cxnSpLocks/>
          </p:cNvCxnSpPr>
          <p:nvPr/>
        </p:nvCxnSpPr>
        <p:spPr>
          <a:xfrm>
            <a:off x="5234750" y="1597357"/>
            <a:ext cx="593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D860969B-2DA5-6AEB-6D56-28DCEF582186}"/>
              </a:ext>
            </a:extLst>
          </p:cNvPr>
          <p:cNvSpPr/>
          <p:nvPr/>
        </p:nvSpPr>
        <p:spPr>
          <a:xfrm rot="5400000">
            <a:off x="6023785" y="-757376"/>
            <a:ext cx="131731" cy="5466768"/>
          </a:xfrm>
          <a:prstGeom prst="leftBrace">
            <a:avLst>
              <a:gd name="adj1" fmla="val 67632"/>
              <a:gd name="adj2" fmla="val 499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61C8137-22BB-91DD-4457-0ADA4ED08222}"/>
              </a:ext>
            </a:extLst>
          </p:cNvPr>
          <p:cNvCxnSpPr>
            <a:cxnSpLocks/>
            <a:stCxn id="35" idx="2"/>
            <a:endCxn id="54" idx="0"/>
          </p:cNvCxnSpPr>
          <p:nvPr/>
        </p:nvCxnSpPr>
        <p:spPr>
          <a:xfrm>
            <a:off x="6092911" y="1163960"/>
            <a:ext cx="4081" cy="1346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/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generate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agents and match their attributes with their socioeconomic statues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  <a:blipFill>
                <a:blip r:embed="rId15"/>
                <a:stretch>
                  <a:fillRect r="-459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5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419FD4D-2714-EA11-97E6-CF6E33E98876}"/>
              </a:ext>
            </a:extLst>
          </p:cNvPr>
          <p:cNvCxnSpPr>
            <a:cxnSpLocks/>
          </p:cNvCxnSpPr>
          <p:nvPr/>
        </p:nvCxnSpPr>
        <p:spPr>
          <a:xfrm flipH="1">
            <a:off x="91440" y="4915531"/>
            <a:ext cx="51698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1825156-3741-57AB-8DE7-8A9C1EF98AB0}"/>
              </a:ext>
            </a:extLst>
          </p:cNvPr>
          <p:cNvSpPr txBox="1"/>
          <p:nvPr/>
        </p:nvSpPr>
        <p:spPr>
          <a:xfrm>
            <a:off x="1855714" y="3766751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6B57FE-E603-A8A3-58E9-9F6F2270AD96}"/>
              </a:ext>
            </a:extLst>
          </p:cNvPr>
          <p:cNvSpPr txBox="1"/>
          <p:nvPr/>
        </p:nvSpPr>
        <p:spPr>
          <a:xfrm>
            <a:off x="2019893" y="3290500"/>
            <a:ext cx="1042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market nodes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E2B30A-41F3-C3F1-BE65-4C88A4140FCB}"/>
              </a:ext>
            </a:extLst>
          </p:cNvPr>
          <p:cNvSpPr txBox="1"/>
          <p:nvPr/>
        </p:nvSpPr>
        <p:spPr>
          <a:xfrm>
            <a:off x="1855713" y="284636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1827B2-9EFE-7DFB-39EF-2EBB91C8BEA8}"/>
              </a:ext>
            </a:extLst>
          </p:cNvPr>
          <p:cNvSpPr txBox="1"/>
          <p:nvPr/>
        </p:nvSpPr>
        <p:spPr>
          <a:xfrm>
            <a:off x="1799066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094AC8-F951-B771-6FCC-34E1F5843D94}"/>
              </a:ext>
            </a:extLst>
          </p:cNvPr>
          <p:cNvSpPr txBox="1"/>
          <p:nvPr/>
        </p:nvSpPr>
        <p:spPr>
          <a:xfrm>
            <a:off x="8986399" y="4241904"/>
            <a:ext cx="131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network structure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C80171-1731-D9BB-998E-25356C0144D9}"/>
              </a:ext>
            </a:extLst>
          </p:cNvPr>
          <p:cNvSpPr txBox="1"/>
          <p:nvPr/>
        </p:nvSpPr>
        <p:spPr>
          <a:xfrm>
            <a:off x="9172143" y="3758134"/>
            <a:ext cx="1033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agents’ home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A7C4F8-3A7E-3F10-3535-C9C90B032F23}"/>
              </a:ext>
            </a:extLst>
          </p:cNvPr>
          <p:cNvSpPr txBox="1"/>
          <p:nvPr/>
        </p:nvSpPr>
        <p:spPr>
          <a:xfrm>
            <a:off x="9178784" y="3325748"/>
            <a:ext cx="9514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nodes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0F3EC9-08DE-CA45-DD7B-A383BBC9BA06}"/>
              </a:ext>
            </a:extLst>
          </p:cNvPr>
          <p:cNvSpPr txBox="1"/>
          <p:nvPr/>
        </p:nvSpPr>
        <p:spPr>
          <a:xfrm>
            <a:off x="8931652" y="2382626"/>
            <a:ext cx="14693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cost/benefit analysis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0C2CDD-188D-7A0E-ACB0-2A5A8B76270A}"/>
              </a:ext>
            </a:extLst>
          </p:cNvPr>
          <p:cNvCxnSpPr/>
          <p:nvPr/>
        </p:nvCxnSpPr>
        <p:spPr>
          <a:xfrm>
            <a:off x="6095999" y="454467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278E44-49D5-BACE-5071-1EA7045C0192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8160770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1AD351-153D-841E-185F-FF9A3FC08DC6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5486442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175623-7B4A-B2C2-0607-E4C9E633830C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4031231" y="2727257"/>
            <a:ext cx="0" cy="7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E56C92-EC3E-E6ED-947B-C4F884E42EE6}"/>
              </a:ext>
            </a:extLst>
          </p:cNvPr>
          <p:cNvCxnSpPr/>
          <p:nvPr/>
        </p:nvCxnSpPr>
        <p:spPr>
          <a:xfrm>
            <a:off x="8157226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C2A6B7-6624-AE39-D836-5C79C78E8813}"/>
              </a:ext>
            </a:extLst>
          </p:cNvPr>
          <p:cNvCxnSpPr/>
          <p:nvPr/>
        </p:nvCxnSpPr>
        <p:spPr>
          <a:xfrm>
            <a:off x="5482898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36CD8AA-5ECE-1A6F-1C28-C5053E30D663}"/>
              </a:ext>
            </a:extLst>
          </p:cNvPr>
          <p:cNvCxnSpPr/>
          <p:nvPr/>
        </p:nvCxnSpPr>
        <p:spPr>
          <a:xfrm>
            <a:off x="4027687" y="31620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60CD81-0099-0C6D-45F9-CDB4BFBFBB1C}"/>
              </a:ext>
            </a:extLst>
          </p:cNvPr>
          <p:cNvCxnSpPr/>
          <p:nvPr/>
        </p:nvCxnSpPr>
        <p:spPr>
          <a:xfrm>
            <a:off x="8154673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9E1B355-570E-7D94-6E78-5EA9FE6B1353}"/>
              </a:ext>
            </a:extLst>
          </p:cNvPr>
          <p:cNvCxnSpPr/>
          <p:nvPr/>
        </p:nvCxnSpPr>
        <p:spPr>
          <a:xfrm>
            <a:off x="5480345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EE2D60-94A9-C8C6-3F90-474DBA157876}"/>
              </a:ext>
            </a:extLst>
          </p:cNvPr>
          <p:cNvCxnSpPr/>
          <p:nvPr/>
        </p:nvCxnSpPr>
        <p:spPr>
          <a:xfrm>
            <a:off x="4025134" y="3621696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F3A1CA-79F1-554C-571A-6D6573C8A388}"/>
              </a:ext>
            </a:extLst>
          </p:cNvPr>
          <p:cNvCxnSpPr/>
          <p:nvPr/>
        </p:nvCxnSpPr>
        <p:spPr>
          <a:xfrm>
            <a:off x="8154673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85005B5-57F3-A83F-FEE0-0A90962A2C7F}"/>
              </a:ext>
            </a:extLst>
          </p:cNvPr>
          <p:cNvCxnSpPr/>
          <p:nvPr/>
        </p:nvCxnSpPr>
        <p:spPr>
          <a:xfrm>
            <a:off x="5480345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AD2552-049E-D65B-2B10-F846CBF1160B}"/>
              </a:ext>
            </a:extLst>
          </p:cNvPr>
          <p:cNvCxnSpPr/>
          <p:nvPr/>
        </p:nvCxnSpPr>
        <p:spPr>
          <a:xfrm>
            <a:off x="4025134" y="4083855"/>
            <a:ext cx="0" cy="1044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F8F8B5-138E-0FB6-6F8F-AEC89676C2EF}"/>
              </a:ext>
            </a:extLst>
          </p:cNvPr>
          <p:cNvSpPr txBox="1"/>
          <p:nvPr/>
        </p:nvSpPr>
        <p:spPr>
          <a:xfrm>
            <a:off x="3706204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72F4-4C7E-C737-9CE2-3D575AAF8A48}"/>
              </a:ext>
            </a:extLst>
          </p:cNvPr>
          <p:cNvSpPr txBox="1"/>
          <p:nvPr/>
        </p:nvSpPr>
        <p:spPr>
          <a:xfrm>
            <a:off x="5161415" y="2023415"/>
            <a:ext cx="6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agent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2C499-4F82-54EC-A08F-4A080D6BC406}"/>
              </a:ext>
            </a:extLst>
          </p:cNvPr>
          <p:cNvSpPr txBox="1"/>
          <p:nvPr/>
        </p:nvSpPr>
        <p:spPr>
          <a:xfrm>
            <a:off x="6591312" y="202341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/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agent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ADF5CA-203F-6F69-B2C8-CC32BCC97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619" y="2023415"/>
                <a:ext cx="662297" cy="276999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81AA66C-C1B9-82FB-0144-BCCCDD6A78C3}"/>
              </a:ext>
            </a:extLst>
          </p:cNvPr>
          <p:cNvSpPr/>
          <p:nvPr/>
        </p:nvSpPr>
        <p:spPr>
          <a:xfrm>
            <a:off x="3362616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0BDAB-829E-BEC8-DC3F-85438E454781}"/>
              </a:ext>
            </a:extLst>
          </p:cNvPr>
          <p:cNvSpPr/>
          <p:nvPr/>
        </p:nvSpPr>
        <p:spPr>
          <a:xfrm>
            <a:off x="4817827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8BF58-3878-3718-ACBE-88D4D2FFA47E}"/>
              </a:ext>
            </a:extLst>
          </p:cNvPr>
          <p:cNvSpPr/>
          <p:nvPr/>
        </p:nvSpPr>
        <p:spPr>
          <a:xfrm>
            <a:off x="7492155" y="23437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choose destination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A88FD-360E-E002-94F7-5B1DCD8EA822}"/>
              </a:ext>
            </a:extLst>
          </p:cNvPr>
          <p:cNvSpPr/>
          <p:nvPr/>
        </p:nvSpPr>
        <p:spPr>
          <a:xfrm>
            <a:off x="3362616" y="28033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moving toward the destination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A0A0C-BA92-F485-FFED-6615E29819E6}"/>
              </a:ext>
            </a:extLst>
          </p:cNvPr>
          <p:cNvSpPr/>
          <p:nvPr/>
        </p:nvSpPr>
        <p:spPr>
          <a:xfrm>
            <a:off x="4817827" y="28033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moving toward the destination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B7ABC-1577-4111-758F-7F1957A8E124}"/>
              </a:ext>
            </a:extLst>
          </p:cNvPr>
          <p:cNvSpPr/>
          <p:nvPr/>
        </p:nvSpPr>
        <p:spPr>
          <a:xfrm>
            <a:off x="7492155" y="2803338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moving toward the destination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26E50-202D-8ECD-4491-0319AFA3C416}"/>
              </a:ext>
            </a:extLst>
          </p:cNvPr>
          <p:cNvSpPr/>
          <p:nvPr/>
        </p:nvSpPr>
        <p:spPr>
          <a:xfrm>
            <a:off x="3362616" y="3266529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trade resources (food, water, and energy) with market or other agents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89C08-F9DF-FDBE-DA76-C5F083CF1535}"/>
              </a:ext>
            </a:extLst>
          </p:cNvPr>
          <p:cNvSpPr/>
          <p:nvPr/>
        </p:nvSpPr>
        <p:spPr>
          <a:xfrm>
            <a:off x="3362615" y="3729720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return home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A0444-B52C-8B8F-C7B4-0F94F149755C}"/>
              </a:ext>
            </a:extLst>
          </p:cNvPr>
          <p:cNvSpPr/>
          <p:nvPr/>
        </p:nvSpPr>
        <p:spPr>
          <a:xfrm>
            <a:off x="4817826" y="3729720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return home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E3E723-5D1B-A0F2-53EB-329238AC79A1}"/>
              </a:ext>
            </a:extLst>
          </p:cNvPr>
          <p:cNvSpPr/>
          <p:nvPr/>
        </p:nvSpPr>
        <p:spPr>
          <a:xfrm>
            <a:off x="7492154" y="3729720"/>
            <a:ext cx="1337229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return home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71E5B3-2E10-3E1E-D51F-0F13942715CB}"/>
              </a:ext>
            </a:extLst>
          </p:cNvPr>
          <p:cNvSpPr/>
          <p:nvPr/>
        </p:nvSpPr>
        <p:spPr>
          <a:xfrm>
            <a:off x="3362616" y="4189414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exchange resources (food, water, and energy) with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7EBAA-2B70-EEC2-73E3-9102453E69A9}"/>
              </a:ext>
            </a:extLst>
          </p:cNvPr>
          <p:cNvSpPr txBox="1"/>
          <p:nvPr/>
        </p:nvSpPr>
        <p:spPr>
          <a:xfrm>
            <a:off x="10354232" y="4164908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Society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263E0-2F71-66B3-14C6-EFECFA8D0836}"/>
              </a:ext>
            </a:extLst>
          </p:cNvPr>
          <p:cNvSpPr txBox="1"/>
          <p:nvPr/>
        </p:nvSpPr>
        <p:spPr>
          <a:xfrm>
            <a:off x="199405" y="4160851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76B998-398B-023E-631B-4B374ABD2EC7}"/>
              </a:ext>
            </a:extLst>
          </p:cNvPr>
          <p:cNvCxnSpPr>
            <a:cxnSpLocks/>
          </p:cNvCxnSpPr>
          <p:nvPr/>
        </p:nvCxnSpPr>
        <p:spPr>
          <a:xfrm>
            <a:off x="1835004" y="4003778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6ACC988-5A35-30EE-F927-0364523D0FD0}"/>
              </a:ext>
            </a:extLst>
          </p:cNvPr>
          <p:cNvCxnSpPr>
            <a:cxnSpLocks/>
          </p:cNvCxnSpPr>
          <p:nvPr/>
        </p:nvCxnSpPr>
        <p:spPr>
          <a:xfrm>
            <a:off x="1835004" y="3529015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BFB981-DC91-78FA-F8FA-792FDFF8622B}"/>
              </a:ext>
            </a:extLst>
          </p:cNvPr>
          <p:cNvCxnSpPr>
            <a:cxnSpLocks/>
          </p:cNvCxnSpPr>
          <p:nvPr/>
        </p:nvCxnSpPr>
        <p:spPr>
          <a:xfrm>
            <a:off x="1835004" y="3081339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4E157C-573D-735C-4A73-88EF446B711E}"/>
              </a:ext>
            </a:extLst>
          </p:cNvPr>
          <p:cNvCxnSpPr>
            <a:cxnSpLocks/>
          </p:cNvCxnSpPr>
          <p:nvPr/>
        </p:nvCxnSpPr>
        <p:spPr>
          <a:xfrm>
            <a:off x="1835004" y="2625987"/>
            <a:ext cx="13974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B2F1C26-B43D-1E3F-C155-6E8F8701224F}"/>
              </a:ext>
            </a:extLst>
          </p:cNvPr>
          <p:cNvCxnSpPr>
            <a:cxnSpLocks/>
          </p:cNvCxnSpPr>
          <p:nvPr/>
        </p:nvCxnSpPr>
        <p:spPr>
          <a:xfrm flipH="1">
            <a:off x="8957823" y="448118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0F187CE-DE56-1CCF-01C9-7D30C41C4AEE}"/>
              </a:ext>
            </a:extLst>
          </p:cNvPr>
          <p:cNvCxnSpPr>
            <a:cxnSpLocks/>
          </p:cNvCxnSpPr>
          <p:nvPr/>
        </p:nvCxnSpPr>
        <p:spPr>
          <a:xfrm flipH="1">
            <a:off x="8957823" y="3997419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C7FAEED-74B9-FCCD-32FE-59F166A65603}"/>
              </a:ext>
            </a:extLst>
          </p:cNvPr>
          <p:cNvCxnSpPr>
            <a:cxnSpLocks/>
          </p:cNvCxnSpPr>
          <p:nvPr/>
        </p:nvCxnSpPr>
        <p:spPr>
          <a:xfrm flipH="1">
            <a:off x="8964464" y="3565033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82029BC-FDAC-C605-5734-206C68A38804}"/>
              </a:ext>
            </a:extLst>
          </p:cNvPr>
          <p:cNvCxnSpPr>
            <a:cxnSpLocks/>
          </p:cNvCxnSpPr>
          <p:nvPr/>
        </p:nvCxnSpPr>
        <p:spPr>
          <a:xfrm flipH="1">
            <a:off x="8957823" y="2624218"/>
            <a:ext cx="133893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1A17D208-E8FC-75CA-4739-9C1AFA373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834" y="2992953"/>
            <a:ext cx="301625" cy="301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D0A7276-9316-6CC9-1153-6EFC70356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262" y="3476518"/>
            <a:ext cx="194793" cy="19479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33E3314-A220-D3E1-3757-CE4F0CD816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538" y="3421261"/>
            <a:ext cx="194793" cy="1947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EB739B-7731-E943-AA2B-ACDD8D48E553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2C76EBE-BD75-F0A9-D91F-520188CEF5F5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554C15-E115-433D-2D92-1AB02DC725E6}"/>
              </a:ext>
            </a:extLst>
          </p:cNvPr>
          <p:cNvCxnSpPr>
            <a:cxnSpLocks/>
          </p:cNvCxnSpPr>
          <p:nvPr/>
        </p:nvCxnSpPr>
        <p:spPr>
          <a:xfrm>
            <a:off x="262451" y="3298417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D1EB962-32D9-51FF-3F4D-4122468C431D}"/>
              </a:ext>
            </a:extLst>
          </p:cNvPr>
          <p:cNvCxnSpPr>
            <a:cxnSpLocks/>
          </p:cNvCxnSpPr>
          <p:nvPr/>
        </p:nvCxnSpPr>
        <p:spPr>
          <a:xfrm>
            <a:off x="262451" y="2919190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37F6B8E-F0ED-A3A7-6FC0-0A784D2F5979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3577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DE0DE82-D1FB-521A-CAB0-E652C4AE8643}"/>
              </a:ext>
            </a:extLst>
          </p:cNvPr>
          <p:cNvCxnSpPr>
            <a:cxnSpLocks/>
          </p:cNvCxnSpPr>
          <p:nvPr/>
        </p:nvCxnSpPr>
        <p:spPr>
          <a:xfrm flipV="1">
            <a:off x="972736" y="3294578"/>
            <a:ext cx="276446" cy="55881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89C6B19-1908-A7B9-6738-A5D63E12E8A5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C6EE5BD-CDE6-C07F-6C26-09794D9948DC}"/>
              </a:ext>
            </a:extLst>
          </p:cNvPr>
          <p:cNvCxnSpPr>
            <a:cxnSpLocks/>
          </p:cNvCxnSpPr>
          <p:nvPr/>
        </p:nvCxnSpPr>
        <p:spPr>
          <a:xfrm>
            <a:off x="262451" y="3299689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44487A1-EC6D-8F0E-0F9C-3038B03E41E0}"/>
              </a:ext>
            </a:extLst>
          </p:cNvPr>
          <p:cNvCxnSpPr>
            <a:cxnSpLocks/>
          </p:cNvCxnSpPr>
          <p:nvPr/>
        </p:nvCxnSpPr>
        <p:spPr>
          <a:xfrm>
            <a:off x="270405" y="2921928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62DA1E7-2FB3-6EF4-1565-11B9C88F9F09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406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0A3A15A-2A01-66FE-D85B-D4855BF6C8E5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02930F7-7C34-5695-3B3A-FC388D1B2346}"/>
              </a:ext>
            </a:extLst>
          </p:cNvPr>
          <p:cNvCxnSpPr>
            <a:cxnSpLocks/>
          </p:cNvCxnSpPr>
          <p:nvPr/>
        </p:nvCxnSpPr>
        <p:spPr>
          <a:xfrm flipV="1">
            <a:off x="972736" y="3319535"/>
            <a:ext cx="271844" cy="5338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EA9D9D8-EE3B-5612-5480-82D1ED072921}"/>
              </a:ext>
            </a:extLst>
          </p:cNvPr>
          <p:cNvCxnSpPr>
            <a:cxnSpLocks/>
          </p:cNvCxnSpPr>
          <p:nvPr/>
        </p:nvCxnSpPr>
        <p:spPr>
          <a:xfrm flipH="1" flipV="1">
            <a:off x="849975" y="2560732"/>
            <a:ext cx="122761" cy="33704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6E8DA-08D2-1177-93EF-EFAF08D24A00}"/>
              </a:ext>
            </a:extLst>
          </p:cNvPr>
          <p:cNvCxnSpPr>
            <a:cxnSpLocks/>
          </p:cNvCxnSpPr>
          <p:nvPr/>
        </p:nvCxnSpPr>
        <p:spPr>
          <a:xfrm>
            <a:off x="849975" y="2562972"/>
            <a:ext cx="130675" cy="34802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aphic 128">
            <a:extLst>
              <a:ext uri="{FF2B5EF4-FFF2-40B4-BE49-F238E27FC236}">
                <a16:creationId xmlns:a16="http://schemas.microsoft.com/office/drawing/2014/main" id="{A9154946-DE8E-A95D-77B5-A3E3B79F72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796" y="2705678"/>
            <a:ext cx="194793" cy="19479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7B736367-A285-7891-F130-7032349AE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200" y="2708787"/>
            <a:ext cx="194793" cy="194793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5D6CD3E0-1FBF-5E36-24F4-DDA49C7B5D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99826" y="3476517"/>
            <a:ext cx="194793" cy="19479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8CAD8B47-5843-E4F3-B3E3-58C8725E44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25107" y="3256938"/>
            <a:ext cx="194793" cy="19479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687F8962-E928-0749-CB48-8A806E3926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88901" y="3140543"/>
            <a:ext cx="194793" cy="19479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8203B933-0B58-E758-FD22-9099513C57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1112" y="2801400"/>
            <a:ext cx="194793" cy="194793"/>
          </a:xfrm>
          <a:prstGeom prst="rect">
            <a:avLst/>
          </a:prstGeom>
        </p:spPr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09D8CD8-CB13-C34A-3F2F-677DE38CB07C}"/>
              </a:ext>
            </a:extLst>
          </p:cNvPr>
          <p:cNvCxnSpPr>
            <a:cxnSpLocks/>
          </p:cNvCxnSpPr>
          <p:nvPr/>
        </p:nvCxnSpPr>
        <p:spPr>
          <a:xfrm>
            <a:off x="11486298" y="3360737"/>
            <a:ext cx="10925" cy="1411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c 138">
            <a:extLst>
              <a:ext uri="{FF2B5EF4-FFF2-40B4-BE49-F238E27FC236}">
                <a16:creationId xmlns:a16="http://schemas.microsoft.com/office/drawing/2014/main" id="{F69D9ADA-64D5-FA32-9214-9911BA67A8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93553" y="2988039"/>
            <a:ext cx="194793" cy="194793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C093DED-B617-3240-2F91-E08CBA563FED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>
            <a:off x="11594619" y="3470482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6D53DFE-8106-6CED-8DBC-8C8C9DE62740}"/>
              </a:ext>
            </a:extLst>
          </p:cNvPr>
          <p:cNvCxnSpPr>
            <a:cxnSpLocks/>
          </p:cNvCxnSpPr>
          <p:nvPr/>
        </p:nvCxnSpPr>
        <p:spPr>
          <a:xfrm>
            <a:off x="11574401" y="3276792"/>
            <a:ext cx="145590" cy="779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CA147C6-9496-8839-9B99-93CDFEBBF7CB}"/>
              </a:ext>
            </a:extLst>
          </p:cNvPr>
          <p:cNvCxnSpPr>
            <a:cxnSpLocks/>
          </p:cNvCxnSpPr>
          <p:nvPr/>
        </p:nvCxnSpPr>
        <p:spPr>
          <a:xfrm flipH="1">
            <a:off x="10762586" y="3015260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>
            <a:extLst>
              <a:ext uri="{FF2B5EF4-FFF2-40B4-BE49-F238E27FC236}">
                <a16:creationId xmlns:a16="http://schemas.microsoft.com/office/drawing/2014/main" id="{3D1FD957-D173-8479-28A7-6B75B3A8B1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5423" y="3881499"/>
            <a:ext cx="194793" cy="194793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C5811411-0CEC-3911-1BF0-E30F99E6D7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42129" y="3516130"/>
            <a:ext cx="194793" cy="194793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740A0D4A-1906-AC3D-DC65-F62C736B8B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7402" y="3624177"/>
            <a:ext cx="194793" cy="194793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A47F52D-25CF-C876-9616-0486F32F5A5E}"/>
              </a:ext>
            </a:extLst>
          </p:cNvPr>
          <p:cNvCxnSpPr>
            <a:cxnSpLocks/>
          </p:cNvCxnSpPr>
          <p:nvPr/>
        </p:nvCxnSpPr>
        <p:spPr>
          <a:xfrm>
            <a:off x="10642564" y="3847519"/>
            <a:ext cx="123045" cy="1562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E0ED53A-8314-178C-86CE-0CC20249EDAB}"/>
              </a:ext>
            </a:extLst>
          </p:cNvPr>
          <p:cNvCxnSpPr>
            <a:cxnSpLocks/>
          </p:cNvCxnSpPr>
          <p:nvPr/>
        </p:nvCxnSpPr>
        <p:spPr>
          <a:xfrm flipH="1">
            <a:off x="10873541" y="3744903"/>
            <a:ext cx="69136" cy="176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A0510A2-6A2D-821C-7702-4D68135CDD10}"/>
              </a:ext>
            </a:extLst>
          </p:cNvPr>
          <p:cNvCxnSpPr>
            <a:cxnSpLocks/>
          </p:cNvCxnSpPr>
          <p:nvPr/>
        </p:nvCxnSpPr>
        <p:spPr>
          <a:xfrm flipV="1">
            <a:off x="10689106" y="3639691"/>
            <a:ext cx="176112" cy="1074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3F5736D6-6EE1-2498-0763-431040CA899F}"/>
              </a:ext>
            </a:extLst>
          </p:cNvPr>
          <p:cNvSpPr/>
          <p:nvPr/>
        </p:nvSpPr>
        <p:spPr>
          <a:xfrm>
            <a:off x="11288668" y="3099302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A463DE6-E95F-A9C6-DBD1-9F28E10E3726}"/>
              </a:ext>
            </a:extLst>
          </p:cNvPr>
          <p:cNvSpPr/>
          <p:nvPr/>
        </p:nvSpPr>
        <p:spPr>
          <a:xfrm>
            <a:off x="10476912" y="3475948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E910680-48D0-2F6D-A257-C0DA6A24C5AB}"/>
              </a:ext>
            </a:extLst>
          </p:cNvPr>
          <p:cNvSpPr/>
          <p:nvPr/>
        </p:nvSpPr>
        <p:spPr>
          <a:xfrm>
            <a:off x="10536395" y="2742093"/>
            <a:ext cx="586131" cy="58613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594E0A7-264F-26D7-AA0D-A7BCC3A31B5C}"/>
              </a:ext>
            </a:extLst>
          </p:cNvPr>
          <p:cNvCxnSpPr>
            <a:cxnSpLocks/>
          </p:cNvCxnSpPr>
          <p:nvPr/>
        </p:nvCxnSpPr>
        <p:spPr>
          <a:xfrm>
            <a:off x="10714092" y="3221961"/>
            <a:ext cx="183753" cy="33286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4E0F45A-12A6-3832-9E61-2B7E0AE121E2}"/>
              </a:ext>
            </a:extLst>
          </p:cNvPr>
          <p:cNvCxnSpPr>
            <a:cxnSpLocks/>
          </p:cNvCxnSpPr>
          <p:nvPr/>
        </p:nvCxnSpPr>
        <p:spPr>
          <a:xfrm flipH="1">
            <a:off x="10605563" y="3217343"/>
            <a:ext cx="64698" cy="4206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F458F76-46D4-382E-8C4F-FC6AE83F5322}"/>
              </a:ext>
            </a:extLst>
          </p:cNvPr>
          <p:cNvCxnSpPr>
            <a:cxnSpLocks/>
          </p:cNvCxnSpPr>
          <p:nvPr/>
        </p:nvCxnSpPr>
        <p:spPr>
          <a:xfrm>
            <a:off x="10690496" y="3221961"/>
            <a:ext cx="118508" cy="674675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B70206B-F1A5-9BC2-AF04-D5C994CD3E8E}"/>
              </a:ext>
            </a:extLst>
          </p:cNvPr>
          <p:cNvCxnSpPr>
            <a:cxnSpLocks/>
          </p:cNvCxnSpPr>
          <p:nvPr/>
        </p:nvCxnSpPr>
        <p:spPr>
          <a:xfrm flipH="1">
            <a:off x="10934908" y="3038475"/>
            <a:ext cx="29257" cy="505363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B308900-58AD-476A-502F-64336BE3F46C}"/>
              </a:ext>
            </a:extLst>
          </p:cNvPr>
          <p:cNvCxnSpPr>
            <a:cxnSpLocks/>
          </p:cNvCxnSpPr>
          <p:nvPr/>
        </p:nvCxnSpPr>
        <p:spPr>
          <a:xfrm>
            <a:off x="10999090" y="3038475"/>
            <a:ext cx="438836" cy="490989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07185-CE5E-8818-5FD4-10718CE7F480}"/>
              </a:ext>
            </a:extLst>
          </p:cNvPr>
          <p:cNvCxnSpPr>
            <a:cxnSpLocks/>
          </p:cNvCxnSpPr>
          <p:nvPr/>
        </p:nvCxnSpPr>
        <p:spPr>
          <a:xfrm flipH="1">
            <a:off x="10932052" y="3622898"/>
            <a:ext cx="471856" cy="368244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E180FAA4-1C3A-F060-92D8-FA9A66D08525}"/>
              </a:ext>
            </a:extLst>
          </p:cNvPr>
          <p:cNvSpPr/>
          <p:nvPr/>
        </p:nvSpPr>
        <p:spPr>
          <a:xfrm>
            <a:off x="5203424" y="4649312"/>
            <a:ext cx="1785150" cy="53950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repeat for certain steps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4DFBA7-5B9E-3DCD-E6D2-B8DE6D825D6B}"/>
              </a:ext>
            </a:extLst>
          </p:cNvPr>
          <p:cNvCxnSpPr>
            <a:cxnSpLocks/>
          </p:cNvCxnSpPr>
          <p:nvPr/>
        </p:nvCxnSpPr>
        <p:spPr>
          <a:xfrm>
            <a:off x="103855" y="1587525"/>
            <a:ext cx="0" cy="33280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Diamond 53">
            <a:extLst>
              <a:ext uri="{FF2B5EF4-FFF2-40B4-BE49-F238E27FC236}">
                <a16:creationId xmlns:a16="http://schemas.microsoft.com/office/drawing/2014/main" id="{E50EEAB2-8434-320E-198B-40F4B1C85C98}"/>
              </a:ext>
            </a:extLst>
          </p:cNvPr>
          <p:cNvSpPr/>
          <p:nvPr/>
        </p:nvSpPr>
        <p:spPr>
          <a:xfrm>
            <a:off x="5303733" y="1298624"/>
            <a:ext cx="1586518" cy="60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start simulation step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4FE50E-ADC7-0F61-0E7B-B6E102126AA8}"/>
              </a:ext>
            </a:extLst>
          </p:cNvPr>
          <p:cNvCxnSpPr>
            <a:cxnSpLocks/>
          </p:cNvCxnSpPr>
          <p:nvPr/>
        </p:nvCxnSpPr>
        <p:spPr>
          <a:xfrm flipH="1" flipV="1">
            <a:off x="91440" y="1587525"/>
            <a:ext cx="5143310" cy="98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69F86D-20DE-B768-6D56-D77692DE329C}"/>
              </a:ext>
            </a:extLst>
          </p:cNvPr>
          <p:cNvCxnSpPr>
            <a:cxnSpLocks/>
          </p:cNvCxnSpPr>
          <p:nvPr/>
        </p:nvCxnSpPr>
        <p:spPr>
          <a:xfrm>
            <a:off x="5234750" y="1597357"/>
            <a:ext cx="593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D860969B-2DA5-6AEB-6D56-28DCEF582186}"/>
              </a:ext>
            </a:extLst>
          </p:cNvPr>
          <p:cNvSpPr/>
          <p:nvPr/>
        </p:nvSpPr>
        <p:spPr>
          <a:xfrm rot="5400000">
            <a:off x="6023785" y="-757376"/>
            <a:ext cx="131731" cy="5466768"/>
          </a:xfrm>
          <a:prstGeom prst="leftBrace">
            <a:avLst>
              <a:gd name="adj1" fmla="val 67632"/>
              <a:gd name="adj2" fmla="val 4991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61C8137-22BB-91DD-4457-0ADA4ED08222}"/>
              </a:ext>
            </a:extLst>
          </p:cNvPr>
          <p:cNvCxnSpPr>
            <a:cxnSpLocks/>
            <a:stCxn id="35" idx="2"/>
            <a:endCxn id="54" idx="0"/>
          </p:cNvCxnSpPr>
          <p:nvPr/>
        </p:nvCxnSpPr>
        <p:spPr>
          <a:xfrm>
            <a:off x="6092911" y="1163960"/>
            <a:ext cx="4081" cy="1346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/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generate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agents and match their attributes with their socioeconomic statues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1E2AED-A7C3-CDCD-B3D7-D94397E9F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818" y="780441"/>
                <a:ext cx="2752186" cy="383519"/>
              </a:xfrm>
              <a:prstGeom prst="rect">
                <a:avLst/>
              </a:prstGeom>
              <a:blipFill>
                <a:blip r:embed="rId15"/>
                <a:stretch>
                  <a:fillRect r="-459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0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FBF6-F470-FA52-D322-26D828613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BB4521D-8945-AA20-4E62-0B40F0DAAD73}"/>
              </a:ext>
            </a:extLst>
          </p:cNvPr>
          <p:cNvCxnSpPr>
            <a:cxnSpLocks/>
          </p:cNvCxnSpPr>
          <p:nvPr/>
        </p:nvCxnSpPr>
        <p:spPr>
          <a:xfrm flipH="1">
            <a:off x="103855" y="4954184"/>
            <a:ext cx="6574347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E91C51D-E243-0AB0-BB69-D339E24E7665}"/>
              </a:ext>
            </a:extLst>
          </p:cNvPr>
          <p:cNvSpPr txBox="1"/>
          <p:nvPr/>
        </p:nvSpPr>
        <p:spPr>
          <a:xfrm>
            <a:off x="1774310" y="3725944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A17BB8-6DD6-699B-40C8-EA7D322F09FC}"/>
              </a:ext>
            </a:extLst>
          </p:cNvPr>
          <p:cNvSpPr txBox="1"/>
          <p:nvPr/>
        </p:nvSpPr>
        <p:spPr>
          <a:xfrm>
            <a:off x="1935953" y="3256938"/>
            <a:ext cx="1186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market nodes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EDF46F-02CA-67A6-7F0E-852FC168E2A9}"/>
              </a:ext>
            </a:extLst>
          </p:cNvPr>
          <p:cNvSpPr txBox="1"/>
          <p:nvPr/>
        </p:nvSpPr>
        <p:spPr>
          <a:xfrm>
            <a:off x="1793821" y="2805483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6C54F4-B6E9-0233-247F-3B08810B041A}"/>
              </a:ext>
            </a:extLst>
          </p:cNvPr>
          <p:cNvSpPr txBox="1"/>
          <p:nvPr/>
        </p:nvSpPr>
        <p:spPr>
          <a:xfrm>
            <a:off x="1740257" y="2337574"/>
            <a:ext cx="1525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condition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3B1020-8E7A-DCE1-B861-8DEA2CD3330D}"/>
              </a:ext>
            </a:extLst>
          </p:cNvPr>
          <p:cNvSpPr txBox="1"/>
          <p:nvPr/>
        </p:nvSpPr>
        <p:spPr>
          <a:xfrm>
            <a:off x="8914143" y="4180424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94A831-B092-B7AF-C332-0250B7C4803D}"/>
              </a:ext>
            </a:extLst>
          </p:cNvPr>
          <p:cNvSpPr txBox="1"/>
          <p:nvPr/>
        </p:nvSpPr>
        <p:spPr>
          <a:xfrm>
            <a:off x="9044472" y="3718921"/>
            <a:ext cx="1175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agents’ home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408297-0945-8381-DF11-EDEBC8BA7297}"/>
              </a:ext>
            </a:extLst>
          </p:cNvPr>
          <p:cNvSpPr txBox="1"/>
          <p:nvPr/>
        </p:nvSpPr>
        <p:spPr>
          <a:xfrm>
            <a:off x="9092725" y="3266136"/>
            <a:ext cx="1082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agent nodes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010AC5-FA48-D93E-8860-C42C68CEF7E2}"/>
              </a:ext>
            </a:extLst>
          </p:cNvPr>
          <p:cNvSpPr txBox="1"/>
          <p:nvPr/>
        </p:nvSpPr>
        <p:spPr>
          <a:xfrm>
            <a:off x="8848432" y="2309708"/>
            <a:ext cx="1687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cost/benefit analysis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DFA234B-C81E-B7FA-B626-B1A30DE32A70}"/>
              </a:ext>
            </a:extLst>
          </p:cNvPr>
          <p:cNvCxnSpPr/>
          <p:nvPr/>
        </p:nvCxnSpPr>
        <p:spPr>
          <a:xfrm>
            <a:off x="6095999" y="4544675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745AD7-BEA4-7A2B-2911-85036FD1C6D3}"/>
              </a:ext>
            </a:extLst>
          </p:cNvPr>
          <p:cNvCxnSpPr>
            <a:cxnSpLocks/>
          </p:cNvCxnSpPr>
          <p:nvPr/>
        </p:nvCxnSpPr>
        <p:spPr>
          <a:xfrm flipH="1">
            <a:off x="4104761" y="2725319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12DD6A-F348-D3DE-1F48-46F1F9A47F0E}"/>
              </a:ext>
            </a:extLst>
          </p:cNvPr>
          <p:cNvCxnSpPr>
            <a:cxnSpLocks/>
          </p:cNvCxnSpPr>
          <p:nvPr/>
        </p:nvCxnSpPr>
        <p:spPr>
          <a:xfrm>
            <a:off x="4104761" y="3162096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DC5EBB0-6E00-7A46-5BD2-D7EEB887047D}"/>
              </a:ext>
            </a:extLst>
          </p:cNvPr>
          <p:cNvCxnSpPr>
            <a:cxnSpLocks/>
          </p:cNvCxnSpPr>
          <p:nvPr/>
        </p:nvCxnSpPr>
        <p:spPr>
          <a:xfrm>
            <a:off x="4104761" y="3625287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12E1FA0-09CF-9D9D-8AFE-31C0A1BB776B}"/>
              </a:ext>
            </a:extLst>
          </p:cNvPr>
          <p:cNvCxnSpPr>
            <a:cxnSpLocks/>
          </p:cNvCxnSpPr>
          <p:nvPr/>
        </p:nvCxnSpPr>
        <p:spPr>
          <a:xfrm>
            <a:off x="4104761" y="4084981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42D9CF-F59C-70A8-8225-3CB07183CE2B}"/>
              </a:ext>
            </a:extLst>
          </p:cNvPr>
          <p:cNvSpPr txBox="1"/>
          <p:nvPr/>
        </p:nvSpPr>
        <p:spPr>
          <a:xfrm>
            <a:off x="3792789" y="1994448"/>
            <a:ext cx="7647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agent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5ED5E-0905-3210-C243-5BEA0B3C1175}"/>
              </a:ext>
            </a:extLst>
          </p:cNvPr>
          <p:cNvSpPr txBox="1"/>
          <p:nvPr/>
        </p:nvSpPr>
        <p:spPr>
          <a:xfrm>
            <a:off x="5261299" y="2000331"/>
            <a:ext cx="7647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agent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D667E-F2D8-3B3E-7A3C-8452DE8B31E6}"/>
              </a:ext>
            </a:extLst>
          </p:cNvPr>
          <p:cNvSpPr txBox="1"/>
          <p:nvPr/>
        </p:nvSpPr>
        <p:spPr>
          <a:xfrm>
            <a:off x="6591312" y="202341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B8A398-348E-BF72-CA9E-57787C51DD2E}"/>
                  </a:ext>
                </a:extLst>
              </p:cNvPr>
              <p:cNvSpPr txBox="1"/>
              <p:nvPr/>
            </p:nvSpPr>
            <p:spPr>
              <a:xfrm>
                <a:off x="7696096" y="1990101"/>
                <a:ext cx="78085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agent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B8A398-348E-BF72-CA9E-57787C51D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096" y="1990101"/>
                <a:ext cx="780855" cy="323165"/>
              </a:xfrm>
              <a:prstGeom prst="rect">
                <a:avLst/>
              </a:prstGeom>
              <a:blipFill>
                <a:blip r:embed="rId2"/>
                <a:stretch>
                  <a:fillRect l="-3175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B4B5C9B-C1F2-10A5-3818-3C94BCF0226C}"/>
              </a:ext>
            </a:extLst>
          </p:cNvPr>
          <p:cNvSpPr/>
          <p:nvPr/>
        </p:nvSpPr>
        <p:spPr>
          <a:xfrm>
            <a:off x="3362616" y="2343738"/>
            <a:ext cx="1469313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756DB-BEDD-A3AD-5304-B78EA7F6211A}"/>
              </a:ext>
            </a:extLst>
          </p:cNvPr>
          <p:cNvSpPr/>
          <p:nvPr/>
        </p:nvSpPr>
        <p:spPr>
          <a:xfrm>
            <a:off x="3362616" y="2803338"/>
            <a:ext cx="1469311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9BD715-D44D-E95B-175F-8A16CB8B5D75}"/>
              </a:ext>
            </a:extLst>
          </p:cNvPr>
          <p:cNvSpPr/>
          <p:nvPr/>
        </p:nvSpPr>
        <p:spPr>
          <a:xfrm>
            <a:off x="3362615" y="3729720"/>
            <a:ext cx="1469308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679420-ED49-F825-D605-D9C900103310}"/>
              </a:ext>
            </a:extLst>
          </p:cNvPr>
          <p:cNvSpPr/>
          <p:nvPr/>
        </p:nvSpPr>
        <p:spPr>
          <a:xfrm>
            <a:off x="3362616" y="4189414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exchange resources (food, water, and energy) with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E605A-7F0D-49BA-0E03-A2F1736AF31E}"/>
              </a:ext>
            </a:extLst>
          </p:cNvPr>
          <p:cNvSpPr txBox="1"/>
          <p:nvPr/>
        </p:nvSpPr>
        <p:spPr>
          <a:xfrm>
            <a:off x="10354232" y="4164908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Society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77F0F-1FCC-0C79-F064-C86B15FFFBFF}"/>
              </a:ext>
            </a:extLst>
          </p:cNvPr>
          <p:cNvSpPr txBox="1"/>
          <p:nvPr/>
        </p:nvSpPr>
        <p:spPr>
          <a:xfrm>
            <a:off x="199405" y="4160851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C00F697-04A0-5246-AA6F-1FEDB4B60F0D}"/>
              </a:ext>
            </a:extLst>
          </p:cNvPr>
          <p:cNvCxnSpPr>
            <a:cxnSpLocks/>
          </p:cNvCxnSpPr>
          <p:nvPr/>
        </p:nvCxnSpPr>
        <p:spPr>
          <a:xfrm>
            <a:off x="1835004" y="4003778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3084EB-48A6-0FC4-D462-BED0E04F0C35}"/>
              </a:ext>
            </a:extLst>
          </p:cNvPr>
          <p:cNvCxnSpPr>
            <a:cxnSpLocks/>
          </p:cNvCxnSpPr>
          <p:nvPr/>
        </p:nvCxnSpPr>
        <p:spPr>
          <a:xfrm>
            <a:off x="1835004" y="3529015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2C4852F-17C0-A00E-BE2D-03B9F9E85678}"/>
              </a:ext>
            </a:extLst>
          </p:cNvPr>
          <p:cNvCxnSpPr>
            <a:cxnSpLocks/>
          </p:cNvCxnSpPr>
          <p:nvPr/>
        </p:nvCxnSpPr>
        <p:spPr>
          <a:xfrm>
            <a:off x="1835004" y="3081339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B50FF3-3715-57B4-D0F7-28ED9808E165}"/>
              </a:ext>
            </a:extLst>
          </p:cNvPr>
          <p:cNvCxnSpPr>
            <a:cxnSpLocks/>
          </p:cNvCxnSpPr>
          <p:nvPr/>
        </p:nvCxnSpPr>
        <p:spPr>
          <a:xfrm>
            <a:off x="1835004" y="2625987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5AB9179-3D06-590F-6933-104EDA7A2417}"/>
              </a:ext>
            </a:extLst>
          </p:cNvPr>
          <p:cNvCxnSpPr>
            <a:cxnSpLocks/>
          </p:cNvCxnSpPr>
          <p:nvPr/>
        </p:nvCxnSpPr>
        <p:spPr>
          <a:xfrm flipH="1">
            <a:off x="8957823" y="4481189"/>
            <a:ext cx="133893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73784BC-BD17-BB74-15E3-6507D989A2E8}"/>
              </a:ext>
            </a:extLst>
          </p:cNvPr>
          <p:cNvCxnSpPr>
            <a:cxnSpLocks/>
          </p:cNvCxnSpPr>
          <p:nvPr/>
        </p:nvCxnSpPr>
        <p:spPr>
          <a:xfrm flipH="1" flipV="1">
            <a:off x="8957823" y="3997419"/>
            <a:ext cx="1396409" cy="635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51575D8-C25E-1E89-FD32-6A6E70057225}"/>
              </a:ext>
            </a:extLst>
          </p:cNvPr>
          <p:cNvCxnSpPr>
            <a:cxnSpLocks/>
          </p:cNvCxnSpPr>
          <p:nvPr/>
        </p:nvCxnSpPr>
        <p:spPr>
          <a:xfrm flipH="1">
            <a:off x="8964464" y="3565033"/>
            <a:ext cx="1389768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28C4A85-CDA0-DF30-3910-A9988A3C675A}"/>
              </a:ext>
            </a:extLst>
          </p:cNvPr>
          <p:cNvCxnSpPr>
            <a:cxnSpLocks/>
          </p:cNvCxnSpPr>
          <p:nvPr/>
        </p:nvCxnSpPr>
        <p:spPr>
          <a:xfrm flipH="1">
            <a:off x="8957823" y="2624218"/>
            <a:ext cx="133893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5523E634-6F38-A663-9B1A-1EFE9F864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834" y="2992953"/>
            <a:ext cx="301625" cy="301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03D4C42-4675-8CBA-AB96-52374CAF3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262" y="3476518"/>
            <a:ext cx="194793" cy="19479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BF12E2A-D7B8-4202-56FE-1DD729F41C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538" y="3421261"/>
            <a:ext cx="194793" cy="1947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C987B0-11EA-7A24-0F14-C86BBBDACE84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3315D1B-C640-A00C-3592-1983A0BDD77A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0E5EAA-EDF9-270B-1DD3-BE3957A84D28}"/>
              </a:ext>
            </a:extLst>
          </p:cNvPr>
          <p:cNvCxnSpPr>
            <a:cxnSpLocks/>
          </p:cNvCxnSpPr>
          <p:nvPr/>
        </p:nvCxnSpPr>
        <p:spPr>
          <a:xfrm>
            <a:off x="262451" y="3298417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76D8A8-1D42-3F16-69E0-8078D256944E}"/>
              </a:ext>
            </a:extLst>
          </p:cNvPr>
          <p:cNvCxnSpPr>
            <a:cxnSpLocks/>
          </p:cNvCxnSpPr>
          <p:nvPr/>
        </p:nvCxnSpPr>
        <p:spPr>
          <a:xfrm>
            <a:off x="262451" y="2919190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54F293C-1E9A-5F59-856E-78530B0FD84A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3577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0A5FD7E-D808-E4B8-66CA-738E08E8B410}"/>
              </a:ext>
            </a:extLst>
          </p:cNvPr>
          <p:cNvCxnSpPr>
            <a:cxnSpLocks/>
          </p:cNvCxnSpPr>
          <p:nvPr/>
        </p:nvCxnSpPr>
        <p:spPr>
          <a:xfrm flipV="1">
            <a:off x="972736" y="3294578"/>
            <a:ext cx="276446" cy="55881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A15A700-293B-AC83-B4A2-E32E1173C8AF}"/>
              </a:ext>
            </a:extLst>
          </p:cNvPr>
          <p:cNvCxnSpPr>
            <a:cxnSpLocks/>
          </p:cNvCxnSpPr>
          <p:nvPr/>
        </p:nvCxnSpPr>
        <p:spPr>
          <a:xfrm>
            <a:off x="262451" y="3689816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2070881-510A-3484-C045-C123A566EC42}"/>
              </a:ext>
            </a:extLst>
          </p:cNvPr>
          <p:cNvCxnSpPr>
            <a:cxnSpLocks/>
          </p:cNvCxnSpPr>
          <p:nvPr/>
        </p:nvCxnSpPr>
        <p:spPr>
          <a:xfrm>
            <a:off x="262451" y="3299689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9EE67D6-48A6-B37E-B606-9F9542A03F28}"/>
              </a:ext>
            </a:extLst>
          </p:cNvPr>
          <p:cNvCxnSpPr>
            <a:cxnSpLocks/>
          </p:cNvCxnSpPr>
          <p:nvPr/>
        </p:nvCxnSpPr>
        <p:spPr>
          <a:xfrm>
            <a:off x="270405" y="2921928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3C081BA-2490-B04F-47A4-40453F19D5CD}"/>
              </a:ext>
            </a:extLst>
          </p:cNvPr>
          <p:cNvCxnSpPr>
            <a:cxnSpLocks/>
          </p:cNvCxnSpPr>
          <p:nvPr/>
        </p:nvCxnSpPr>
        <p:spPr>
          <a:xfrm flipV="1">
            <a:off x="1529173" y="2914840"/>
            <a:ext cx="0" cy="38406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A34017F-AFC5-D742-22F0-E31D21BE3783}"/>
              </a:ext>
            </a:extLst>
          </p:cNvPr>
          <p:cNvCxnSpPr>
            <a:cxnSpLocks/>
          </p:cNvCxnSpPr>
          <p:nvPr/>
        </p:nvCxnSpPr>
        <p:spPr>
          <a:xfrm flipV="1">
            <a:off x="412754" y="2560819"/>
            <a:ext cx="0" cy="129256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623F751-007E-D9F5-4984-A6792283CDEE}"/>
              </a:ext>
            </a:extLst>
          </p:cNvPr>
          <p:cNvCxnSpPr>
            <a:cxnSpLocks/>
          </p:cNvCxnSpPr>
          <p:nvPr/>
        </p:nvCxnSpPr>
        <p:spPr>
          <a:xfrm flipV="1">
            <a:off x="972736" y="3319535"/>
            <a:ext cx="271844" cy="5338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C9BA2C-C785-513E-69C2-285B62CD8068}"/>
              </a:ext>
            </a:extLst>
          </p:cNvPr>
          <p:cNvCxnSpPr>
            <a:cxnSpLocks/>
          </p:cNvCxnSpPr>
          <p:nvPr/>
        </p:nvCxnSpPr>
        <p:spPr>
          <a:xfrm flipH="1" flipV="1">
            <a:off x="849975" y="2560732"/>
            <a:ext cx="122761" cy="33704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E23D7B2-CA61-07A1-C145-4E43525F2BD3}"/>
              </a:ext>
            </a:extLst>
          </p:cNvPr>
          <p:cNvCxnSpPr>
            <a:cxnSpLocks/>
          </p:cNvCxnSpPr>
          <p:nvPr/>
        </p:nvCxnSpPr>
        <p:spPr>
          <a:xfrm>
            <a:off x="849975" y="2562972"/>
            <a:ext cx="130675" cy="34802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aphic 128">
            <a:extLst>
              <a:ext uri="{FF2B5EF4-FFF2-40B4-BE49-F238E27FC236}">
                <a16:creationId xmlns:a16="http://schemas.microsoft.com/office/drawing/2014/main" id="{32F96B6F-DD47-B1A7-C34F-1CC78DB7B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796" y="2705678"/>
            <a:ext cx="194793" cy="19479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F2DD6A83-6A14-F619-27C8-2CB63F489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200" y="2708787"/>
            <a:ext cx="194793" cy="194793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9F46961C-06DB-A2BC-C734-80D844A00F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99826" y="3476517"/>
            <a:ext cx="194793" cy="19479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9F2BBD51-ADAF-E994-9CDD-B312FD9C95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25107" y="3256938"/>
            <a:ext cx="194793" cy="19479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A08E2DED-6BF4-103B-AFA1-2E5A36F7D9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88901" y="3140543"/>
            <a:ext cx="194793" cy="19479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A3270AA-DE9A-A8CD-B5CC-D1808589D1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1112" y="2801400"/>
            <a:ext cx="194793" cy="194793"/>
          </a:xfrm>
          <a:prstGeom prst="rect">
            <a:avLst/>
          </a:prstGeom>
        </p:spPr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8983CA7-1E1C-E06B-33E6-D8D495F1B9A7}"/>
              </a:ext>
            </a:extLst>
          </p:cNvPr>
          <p:cNvCxnSpPr>
            <a:cxnSpLocks/>
          </p:cNvCxnSpPr>
          <p:nvPr/>
        </p:nvCxnSpPr>
        <p:spPr>
          <a:xfrm>
            <a:off x="11486298" y="3360737"/>
            <a:ext cx="10925" cy="1411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058757F-D7A1-9681-10C9-9C73E6F7A6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93553" y="2988039"/>
            <a:ext cx="194793" cy="194793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12860FE-BC49-157E-7C77-ED78DC6BD6B5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>
            <a:off x="11594619" y="3470482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DADFC33-0669-9AD2-7E05-5201B187AF6C}"/>
              </a:ext>
            </a:extLst>
          </p:cNvPr>
          <p:cNvCxnSpPr>
            <a:cxnSpLocks/>
          </p:cNvCxnSpPr>
          <p:nvPr/>
        </p:nvCxnSpPr>
        <p:spPr>
          <a:xfrm>
            <a:off x="11574401" y="3276792"/>
            <a:ext cx="145590" cy="779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E17840-518D-B265-858D-01EF26B7E405}"/>
              </a:ext>
            </a:extLst>
          </p:cNvPr>
          <p:cNvCxnSpPr>
            <a:cxnSpLocks/>
          </p:cNvCxnSpPr>
          <p:nvPr/>
        </p:nvCxnSpPr>
        <p:spPr>
          <a:xfrm flipH="1">
            <a:off x="10762586" y="3015260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>
            <a:extLst>
              <a:ext uri="{FF2B5EF4-FFF2-40B4-BE49-F238E27FC236}">
                <a16:creationId xmlns:a16="http://schemas.microsoft.com/office/drawing/2014/main" id="{51E4661E-788E-E5D7-1C88-13BFF3ED12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5423" y="3881499"/>
            <a:ext cx="194793" cy="194793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825FC6EC-CC4E-97B7-D99F-59D50E22E3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42129" y="3516130"/>
            <a:ext cx="194793" cy="194793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C4772CD0-11BD-9D80-7162-3304B19EC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7402" y="3624177"/>
            <a:ext cx="194793" cy="194793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388EE7C-B75C-C0E9-FE8B-D81581645A0B}"/>
              </a:ext>
            </a:extLst>
          </p:cNvPr>
          <p:cNvCxnSpPr>
            <a:cxnSpLocks/>
          </p:cNvCxnSpPr>
          <p:nvPr/>
        </p:nvCxnSpPr>
        <p:spPr>
          <a:xfrm>
            <a:off x="10642564" y="3847519"/>
            <a:ext cx="123045" cy="1562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6493BCA-6164-2066-4ED4-0EAC978E677B}"/>
              </a:ext>
            </a:extLst>
          </p:cNvPr>
          <p:cNvCxnSpPr>
            <a:cxnSpLocks/>
          </p:cNvCxnSpPr>
          <p:nvPr/>
        </p:nvCxnSpPr>
        <p:spPr>
          <a:xfrm flipH="1">
            <a:off x="10873541" y="3744903"/>
            <a:ext cx="69136" cy="176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AE5B739-6C02-729C-8FBA-64E662562695}"/>
              </a:ext>
            </a:extLst>
          </p:cNvPr>
          <p:cNvCxnSpPr>
            <a:cxnSpLocks/>
          </p:cNvCxnSpPr>
          <p:nvPr/>
        </p:nvCxnSpPr>
        <p:spPr>
          <a:xfrm flipV="1">
            <a:off x="10689106" y="3639691"/>
            <a:ext cx="176112" cy="1074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90AC27B7-B160-810B-3852-99EB0C1AB497}"/>
              </a:ext>
            </a:extLst>
          </p:cNvPr>
          <p:cNvSpPr/>
          <p:nvPr/>
        </p:nvSpPr>
        <p:spPr>
          <a:xfrm>
            <a:off x="11288668" y="3099302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799DC389-BD9C-D953-87D6-7200F5F7F6D7}"/>
              </a:ext>
            </a:extLst>
          </p:cNvPr>
          <p:cNvSpPr/>
          <p:nvPr/>
        </p:nvSpPr>
        <p:spPr>
          <a:xfrm>
            <a:off x="10476912" y="3475948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C07B9C-6943-2AD3-750E-78124ED369B0}"/>
              </a:ext>
            </a:extLst>
          </p:cNvPr>
          <p:cNvSpPr/>
          <p:nvPr/>
        </p:nvSpPr>
        <p:spPr>
          <a:xfrm>
            <a:off x="10536395" y="2742093"/>
            <a:ext cx="586131" cy="58613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2FF28FE-9240-E6E5-EB7E-3510BB9B9952}"/>
              </a:ext>
            </a:extLst>
          </p:cNvPr>
          <p:cNvCxnSpPr>
            <a:cxnSpLocks/>
          </p:cNvCxnSpPr>
          <p:nvPr/>
        </p:nvCxnSpPr>
        <p:spPr>
          <a:xfrm>
            <a:off x="10714092" y="3221961"/>
            <a:ext cx="183753" cy="33286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DF55DDA-BA8B-E3B7-3D35-1D6BD0A751C0}"/>
              </a:ext>
            </a:extLst>
          </p:cNvPr>
          <p:cNvCxnSpPr>
            <a:cxnSpLocks/>
          </p:cNvCxnSpPr>
          <p:nvPr/>
        </p:nvCxnSpPr>
        <p:spPr>
          <a:xfrm flipH="1">
            <a:off x="10605563" y="3217343"/>
            <a:ext cx="64698" cy="4206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C5C613A-0484-7B97-4684-79F9F15EB17D}"/>
              </a:ext>
            </a:extLst>
          </p:cNvPr>
          <p:cNvCxnSpPr>
            <a:cxnSpLocks/>
          </p:cNvCxnSpPr>
          <p:nvPr/>
        </p:nvCxnSpPr>
        <p:spPr>
          <a:xfrm>
            <a:off x="10690496" y="3221961"/>
            <a:ext cx="118508" cy="674675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DB600C1-AEAB-76B6-DA88-A09052956FEB}"/>
              </a:ext>
            </a:extLst>
          </p:cNvPr>
          <p:cNvCxnSpPr>
            <a:cxnSpLocks/>
          </p:cNvCxnSpPr>
          <p:nvPr/>
        </p:nvCxnSpPr>
        <p:spPr>
          <a:xfrm flipH="1">
            <a:off x="10934908" y="3038475"/>
            <a:ext cx="29257" cy="505363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9083E28-E717-DB8E-7A76-F4131DFA2860}"/>
              </a:ext>
            </a:extLst>
          </p:cNvPr>
          <p:cNvCxnSpPr>
            <a:cxnSpLocks/>
          </p:cNvCxnSpPr>
          <p:nvPr/>
        </p:nvCxnSpPr>
        <p:spPr>
          <a:xfrm>
            <a:off x="10999090" y="3038475"/>
            <a:ext cx="438836" cy="490989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559A5F-4384-4ACE-4298-5FBFA40CFDFD}"/>
              </a:ext>
            </a:extLst>
          </p:cNvPr>
          <p:cNvCxnSpPr>
            <a:cxnSpLocks/>
          </p:cNvCxnSpPr>
          <p:nvPr/>
        </p:nvCxnSpPr>
        <p:spPr>
          <a:xfrm flipH="1">
            <a:off x="10932052" y="3622898"/>
            <a:ext cx="471856" cy="368244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12464DE9-F9E7-D752-8936-07EE78FD414B}"/>
              </a:ext>
            </a:extLst>
          </p:cNvPr>
          <p:cNvSpPr/>
          <p:nvPr/>
        </p:nvSpPr>
        <p:spPr>
          <a:xfrm>
            <a:off x="5086358" y="4649112"/>
            <a:ext cx="2019281" cy="62136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repeat for certain steps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ED9B71-51CD-02C7-E7EB-568C1CE9ADD4}"/>
              </a:ext>
            </a:extLst>
          </p:cNvPr>
          <p:cNvCxnSpPr>
            <a:cxnSpLocks/>
          </p:cNvCxnSpPr>
          <p:nvPr/>
        </p:nvCxnSpPr>
        <p:spPr>
          <a:xfrm>
            <a:off x="103855" y="1587525"/>
            <a:ext cx="0" cy="3366659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5F1EBFC-AECE-2B41-1415-678802AC6144}"/>
              </a:ext>
            </a:extLst>
          </p:cNvPr>
          <p:cNvCxnSpPr>
            <a:cxnSpLocks/>
          </p:cNvCxnSpPr>
          <p:nvPr/>
        </p:nvCxnSpPr>
        <p:spPr>
          <a:xfrm>
            <a:off x="5234750" y="1597357"/>
            <a:ext cx="593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84E87257-754F-2235-7000-850610ABD383}"/>
              </a:ext>
            </a:extLst>
          </p:cNvPr>
          <p:cNvSpPr/>
          <p:nvPr/>
        </p:nvSpPr>
        <p:spPr>
          <a:xfrm rot="5400000">
            <a:off x="6023785" y="-757376"/>
            <a:ext cx="131731" cy="5466768"/>
          </a:xfrm>
          <a:prstGeom prst="leftBrace">
            <a:avLst>
              <a:gd name="adj1" fmla="val 67632"/>
              <a:gd name="adj2" fmla="val 49916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73A024E-88B3-9F48-D4B6-CD4156DB846B}"/>
              </a:ext>
            </a:extLst>
          </p:cNvPr>
          <p:cNvCxnSpPr>
            <a:cxnSpLocks/>
            <a:stCxn id="35" idx="2"/>
            <a:endCxn id="54" idx="0"/>
          </p:cNvCxnSpPr>
          <p:nvPr/>
        </p:nvCxnSpPr>
        <p:spPr>
          <a:xfrm>
            <a:off x="6095999" y="1222926"/>
            <a:ext cx="0" cy="75698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8053E9F-502F-2512-C549-10BEFB909E54}"/>
                  </a:ext>
                </a:extLst>
              </p:cNvPr>
              <p:cNvSpPr/>
              <p:nvPr/>
            </p:nvSpPr>
            <p:spPr>
              <a:xfrm>
                <a:off x="4368139" y="752162"/>
                <a:ext cx="3455719" cy="4707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generate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agents and match their attributes with their socioeconomic statues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8053E9F-502F-2512-C549-10BEFB909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39" y="752162"/>
                <a:ext cx="3455719" cy="470764"/>
              </a:xfrm>
              <a:prstGeom prst="rect">
                <a:avLst/>
              </a:prstGeom>
              <a:blipFill>
                <a:blip r:embed="rId9"/>
                <a:stretch>
                  <a:fillRect t="-5128" r="-1095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9AD312-BCE8-7AE5-596B-ADE733138C81}"/>
              </a:ext>
            </a:extLst>
          </p:cNvPr>
          <p:cNvCxnSpPr>
            <a:cxnSpLocks/>
          </p:cNvCxnSpPr>
          <p:nvPr/>
        </p:nvCxnSpPr>
        <p:spPr>
          <a:xfrm flipH="1">
            <a:off x="5645886" y="2725115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E4F475-E994-99E0-4DD4-7C8A274DEFFB}"/>
              </a:ext>
            </a:extLst>
          </p:cNvPr>
          <p:cNvCxnSpPr>
            <a:cxnSpLocks/>
          </p:cNvCxnSpPr>
          <p:nvPr/>
        </p:nvCxnSpPr>
        <p:spPr>
          <a:xfrm>
            <a:off x="5645886" y="3161892"/>
            <a:ext cx="0" cy="104433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913441-A32D-D325-D25F-4F5C4BBDB191}"/>
              </a:ext>
            </a:extLst>
          </p:cNvPr>
          <p:cNvCxnSpPr>
            <a:cxnSpLocks/>
          </p:cNvCxnSpPr>
          <p:nvPr/>
        </p:nvCxnSpPr>
        <p:spPr>
          <a:xfrm>
            <a:off x="5645886" y="3625083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B2356D-43F1-EAB8-69C2-C69329C22352}"/>
              </a:ext>
            </a:extLst>
          </p:cNvPr>
          <p:cNvCxnSpPr>
            <a:cxnSpLocks/>
          </p:cNvCxnSpPr>
          <p:nvPr/>
        </p:nvCxnSpPr>
        <p:spPr>
          <a:xfrm>
            <a:off x="5645886" y="4084777"/>
            <a:ext cx="0" cy="104433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CF1251C-68E1-C7D2-41A2-4A05E175CF6A}"/>
              </a:ext>
            </a:extLst>
          </p:cNvPr>
          <p:cNvSpPr/>
          <p:nvPr/>
        </p:nvSpPr>
        <p:spPr>
          <a:xfrm>
            <a:off x="4903741" y="2343534"/>
            <a:ext cx="1469313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8E02DE-6BC8-D92D-194D-8EB8B9FBA100}"/>
              </a:ext>
            </a:extLst>
          </p:cNvPr>
          <p:cNvSpPr/>
          <p:nvPr/>
        </p:nvSpPr>
        <p:spPr>
          <a:xfrm>
            <a:off x="4903741" y="2803134"/>
            <a:ext cx="1469311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1F7FB5-E6C4-67B8-E3E6-7314B48CD98C}"/>
              </a:ext>
            </a:extLst>
          </p:cNvPr>
          <p:cNvSpPr/>
          <p:nvPr/>
        </p:nvSpPr>
        <p:spPr>
          <a:xfrm>
            <a:off x="4903740" y="3729516"/>
            <a:ext cx="1469308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9A86B1-6E63-DBC9-DC5C-B481D4125534}"/>
              </a:ext>
            </a:extLst>
          </p:cNvPr>
          <p:cNvCxnSpPr>
            <a:cxnSpLocks/>
          </p:cNvCxnSpPr>
          <p:nvPr/>
        </p:nvCxnSpPr>
        <p:spPr>
          <a:xfrm flipH="1">
            <a:off x="8101499" y="2721869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5D2D413-25A1-9185-E50A-182D167B7253}"/>
              </a:ext>
            </a:extLst>
          </p:cNvPr>
          <p:cNvCxnSpPr>
            <a:cxnSpLocks/>
          </p:cNvCxnSpPr>
          <p:nvPr/>
        </p:nvCxnSpPr>
        <p:spPr>
          <a:xfrm>
            <a:off x="8101499" y="3158646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43A9AF-8317-544C-FE6D-AF1475093C6A}"/>
              </a:ext>
            </a:extLst>
          </p:cNvPr>
          <p:cNvCxnSpPr>
            <a:cxnSpLocks/>
          </p:cNvCxnSpPr>
          <p:nvPr/>
        </p:nvCxnSpPr>
        <p:spPr>
          <a:xfrm>
            <a:off x="8101499" y="3621837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0E4F22F-8ED1-6B28-D7FB-E514159C6A2E}"/>
              </a:ext>
            </a:extLst>
          </p:cNvPr>
          <p:cNvCxnSpPr>
            <a:cxnSpLocks/>
          </p:cNvCxnSpPr>
          <p:nvPr/>
        </p:nvCxnSpPr>
        <p:spPr>
          <a:xfrm>
            <a:off x="8101499" y="4081531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344C773-6767-1188-B569-48901F735371}"/>
              </a:ext>
            </a:extLst>
          </p:cNvPr>
          <p:cNvSpPr/>
          <p:nvPr/>
        </p:nvSpPr>
        <p:spPr>
          <a:xfrm>
            <a:off x="7359354" y="2340288"/>
            <a:ext cx="1469313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5F8E092-13B3-64B0-22B9-4E6C9565A8F3}"/>
              </a:ext>
            </a:extLst>
          </p:cNvPr>
          <p:cNvSpPr/>
          <p:nvPr/>
        </p:nvSpPr>
        <p:spPr>
          <a:xfrm>
            <a:off x="7359354" y="2799888"/>
            <a:ext cx="1469311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EEEE24-453D-8DA4-C388-23C09EB0E6D8}"/>
              </a:ext>
            </a:extLst>
          </p:cNvPr>
          <p:cNvSpPr/>
          <p:nvPr/>
        </p:nvSpPr>
        <p:spPr>
          <a:xfrm>
            <a:off x="7359353" y="3726270"/>
            <a:ext cx="1469308" cy="383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5DC55-95EA-8082-6B9B-EF8F9712453F}"/>
              </a:ext>
            </a:extLst>
          </p:cNvPr>
          <p:cNvSpPr/>
          <p:nvPr/>
        </p:nvSpPr>
        <p:spPr>
          <a:xfrm>
            <a:off x="3362616" y="3266529"/>
            <a:ext cx="5466768" cy="3835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trade resources (food, water, and energy) with market or other agents</a:t>
            </a: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F21472D3-2F4B-0773-FB82-920E4E2AB0F6}"/>
              </a:ext>
            </a:extLst>
          </p:cNvPr>
          <p:cNvSpPr/>
          <p:nvPr/>
        </p:nvSpPr>
        <p:spPr>
          <a:xfrm>
            <a:off x="5115951" y="1298624"/>
            <a:ext cx="1960096" cy="60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 simulation step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5749CD8-81BC-BB75-0081-272E1A6FBF99}"/>
              </a:ext>
            </a:extLst>
          </p:cNvPr>
          <p:cNvCxnSpPr>
            <a:cxnSpLocks/>
          </p:cNvCxnSpPr>
          <p:nvPr/>
        </p:nvCxnSpPr>
        <p:spPr>
          <a:xfrm flipV="1">
            <a:off x="10291842" y="4242619"/>
            <a:ext cx="180154" cy="24348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07B0EAA-9DC5-9C96-70B6-1572EA8B6379}"/>
              </a:ext>
            </a:extLst>
          </p:cNvPr>
          <p:cNvCxnSpPr>
            <a:cxnSpLocks/>
          </p:cNvCxnSpPr>
          <p:nvPr/>
        </p:nvCxnSpPr>
        <p:spPr>
          <a:xfrm flipH="1" flipV="1">
            <a:off x="10289938" y="2624218"/>
            <a:ext cx="182058" cy="13914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083CCE2-9A2D-435A-B3D3-F903B121ED48}"/>
              </a:ext>
            </a:extLst>
          </p:cNvPr>
          <p:cNvCxnSpPr>
            <a:cxnSpLocks/>
          </p:cNvCxnSpPr>
          <p:nvPr/>
        </p:nvCxnSpPr>
        <p:spPr>
          <a:xfrm flipH="1">
            <a:off x="1698722" y="2624218"/>
            <a:ext cx="142942" cy="109109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1902BE-4D21-A3D6-483F-4DB0B1604C08}"/>
              </a:ext>
            </a:extLst>
          </p:cNvPr>
          <p:cNvCxnSpPr>
            <a:cxnSpLocks/>
          </p:cNvCxnSpPr>
          <p:nvPr/>
        </p:nvCxnSpPr>
        <p:spPr>
          <a:xfrm flipH="1" flipV="1">
            <a:off x="1727072" y="3921479"/>
            <a:ext cx="112692" cy="839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AA5CCDD-8B67-622F-25FF-29C20DF910B5}"/>
              </a:ext>
            </a:extLst>
          </p:cNvPr>
          <p:cNvCxnSpPr>
            <a:endCxn id="54" idx="1"/>
          </p:cNvCxnSpPr>
          <p:nvPr/>
        </p:nvCxnSpPr>
        <p:spPr>
          <a:xfrm>
            <a:off x="103855" y="1587525"/>
            <a:ext cx="5012096" cy="1139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31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1D18-71AA-4315-BAAA-32A22F7E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0CBA1F-67DB-FCAC-93C4-B857ED7718E3}"/>
              </a:ext>
            </a:extLst>
          </p:cNvPr>
          <p:cNvCxnSpPr>
            <a:cxnSpLocks/>
          </p:cNvCxnSpPr>
          <p:nvPr/>
        </p:nvCxnSpPr>
        <p:spPr>
          <a:xfrm flipH="1">
            <a:off x="103855" y="4711293"/>
            <a:ext cx="6574347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ED472D1-0F9B-EE91-3C5C-35C4A8FF19F4}"/>
              </a:ext>
            </a:extLst>
          </p:cNvPr>
          <p:cNvSpPr txBox="1"/>
          <p:nvPr/>
        </p:nvSpPr>
        <p:spPr>
          <a:xfrm>
            <a:off x="1774310" y="3525124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47D6-35A3-2C0F-9A99-C80930F7ED19}"/>
              </a:ext>
            </a:extLst>
          </p:cNvPr>
          <p:cNvSpPr txBox="1"/>
          <p:nvPr/>
        </p:nvSpPr>
        <p:spPr>
          <a:xfrm>
            <a:off x="1934135" y="3125835"/>
            <a:ext cx="1186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market nodes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A4B5DEC-7408-2481-E88B-0B4A5336AFD5}"/>
              </a:ext>
            </a:extLst>
          </p:cNvPr>
          <p:cNvSpPr txBox="1"/>
          <p:nvPr/>
        </p:nvSpPr>
        <p:spPr>
          <a:xfrm>
            <a:off x="1786677" y="2687371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33CB1E-014C-CC99-3033-ABFC35750F4C}"/>
              </a:ext>
            </a:extLst>
          </p:cNvPr>
          <p:cNvSpPr txBox="1"/>
          <p:nvPr/>
        </p:nvSpPr>
        <p:spPr>
          <a:xfrm>
            <a:off x="1740257" y="2237558"/>
            <a:ext cx="1525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condition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176291-2049-0337-A75C-341A63435BB9}"/>
              </a:ext>
            </a:extLst>
          </p:cNvPr>
          <p:cNvSpPr txBox="1"/>
          <p:nvPr/>
        </p:nvSpPr>
        <p:spPr>
          <a:xfrm>
            <a:off x="8929085" y="3899515"/>
            <a:ext cx="1501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network structure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ED24B2-5492-5729-5278-8CD95A29C9B6}"/>
              </a:ext>
            </a:extLst>
          </p:cNvPr>
          <p:cNvSpPr txBox="1"/>
          <p:nvPr/>
        </p:nvSpPr>
        <p:spPr>
          <a:xfrm>
            <a:off x="9044472" y="3525124"/>
            <a:ext cx="1175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agents’ home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D25E2A-FC35-F223-1BE1-ACDAE8C25EB0}"/>
              </a:ext>
            </a:extLst>
          </p:cNvPr>
          <p:cNvSpPr txBox="1"/>
          <p:nvPr/>
        </p:nvSpPr>
        <p:spPr>
          <a:xfrm>
            <a:off x="9071115" y="3128698"/>
            <a:ext cx="1082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agent nodes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264AC5-A553-186E-8BB9-803D09E6A15A}"/>
              </a:ext>
            </a:extLst>
          </p:cNvPr>
          <p:cNvSpPr txBox="1"/>
          <p:nvPr/>
        </p:nvSpPr>
        <p:spPr>
          <a:xfrm>
            <a:off x="8848432" y="2201308"/>
            <a:ext cx="1687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cost/benefit analysis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83B9439-4E3A-BC45-DC9E-E725F79695C7}"/>
              </a:ext>
            </a:extLst>
          </p:cNvPr>
          <p:cNvCxnSpPr/>
          <p:nvPr/>
        </p:nvCxnSpPr>
        <p:spPr>
          <a:xfrm>
            <a:off x="6095999" y="4301784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5FB854-594E-C426-A0E3-46C10CC701AF}"/>
              </a:ext>
            </a:extLst>
          </p:cNvPr>
          <p:cNvCxnSpPr>
            <a:cxnSpLocks/>
          </p:cNvCxnSpPr>
          <p:nvPr/>
        </p:nvCxnSpPr>
        <p:spPr>
          <a:xfrm flipH="1">
            <a:off x="4094506" y="2643904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B320B9-7A56-B219-D246-21827AB5E3EC}"/>
              </a:ext>
            </a:extLst>
          </p:cNvPr>
          <p:cNvCxnSpPr>
            <a:cxnSpLocks/>
          </p:cNvCxnSpPr>
          <p:nvPr/>
        </p:nvCxnSpPr>
        <p:spPr>
          <a:xfrm>
            <a:off x="4094506" y="3136371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1CE027-F042-92BF-5CF0-FF3FF5451A7B}"/>
              </a:ext>
            </a:extLst>
          </p:cNvPr>
          <p:cNvCxnSpPr>
            <a:cxnSpLocks/>
          </p:cNvCxnSpPr>
          <p:nvPr/>
        </p:nvCxnSpPr>
        <p:spPr>
          <a:xfrm>
            <a:off x="4094506" y="3522579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5A0124-C299-BE5C-EE67-A16F407961A9}"/>
              </a:ext>
            </a:extLst>
          </p:cNvPr>
          <p:cNvCxnSpPr>
            <a:cxnSpLocks/>
          </p:cNvCxnSpPr>
          <p:nvPr/>
        </p:nvCxnSpPr>
        <p:spPr>
          <a:xfrm>
            <a:off x="4094506" y="3918202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4B397BD-917D-C62C-1B3A-9C5E66B811C6}"/>
              </a:ext>
            </a:extLst>
          </p:cNvPr>
          <p:cNvSpPr txBox="1"/>
          <p:nvPr/>
        </p:nvSpPr>
        <p:spPr>
          <a:xfrm>
            <a:off x="3792789" y="1994448"/>
            <a:ext cx="7647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agent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CC201-D0A2-40A9-F37F-4C492C5B1DEA}"/>
              </a:ext>
            </a:extLst>
          </p:cNvPr>
          <p:cNvSpPr txBox="1"/>
          <p:nvPr/>
        </p:nvSpPr>
        <p:spPr>
          <a:xfrm>
            <a:off x="5261299" y="2000331"/>
            <a:ext cx="7647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agent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7F7D9-91B0-38FD-BF6C-CB03956479BA}"/>
              </a:ext>
            </a:extLst>
          </p:cNvPr>
          <p:cNvSpPr txBox="1"/>
          <p:nvPr/>
        </p:nvSpPr>
        <p:spPr>
          <a:xfrm>
            <a:off x="6591312" y="202341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.  . 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4E626B-B8E7-711F-F6E7-5BFE5DA57566}"/>
                  </a:ext>
                </a:extLst>
              </p:cNvPr>
              <p:cNvSpPr txBox="1"/>
              <p:nvPr/>
            </p:nvSpPr>
            <p:spPr>
              <a:xfrm>
                <a:off x="7696096" y="1990101"/>
                <a:ext cx="78085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/>
                  <a:t>agent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B8A398-348E-BF72-CA9E-57787C51D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096" y="1990101"/>
                <a:ext cx="780855" cy="323165"/>
              </a:xfrm>
              <a:prstGeom prst="rect">
                <a:avLst/>
              </a:prstGeom>
              <a:blipFill>
                <a:blip r:embed="rId2"/>
                <a:stretch>
                  <a:fillRect l="-3175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CA16CE4-E011-83E1-51E5-47B8535FFED9}"/>
              </a:ext>
            </a:extLst>
          </p:cNvPr>
          <p:cNvSpPr/>
          <p:nvPr/>
        </p:nvSpPr>
        <p:spPr>
          <a:xfrm>
            <a:off x="3362616" y="2343738"/>
            <a:ext cx="1469313" cy="30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429388-F1E2-086A-8D1E-C886982E7665}"/>
              </a:ext>
            </a:extLst>
          </p:cNvPr>
          <p:cNvSpPr/>
          <p:nvPr/>
        </p:nvSpPr>
        <p:spPr>
          <a:xfrm>
            <a:off x="3362616" y="2725292"/>
            <a:ext cx="1469311" cy="43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E13E7-8603-1C5E-A032-7A0153C7BD2A}"/>
              </a:ext>
            </a:extLst>
          </p:cNvPr>
          <p:cNvSpPr/>
          <p:nvPr/>
        </p:nvSpPr>
        <p:spPr>
          <a:xfrm>
            <a:off x="3362615" y="3632932"/>
            <a:ext cx="1469308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2FA553-579C-6D0B-6349-943B3F32EA8E}"/>
              </a:ext>
            </a:extLst>
          </p:cNvPr>
          <p:cNvSpPr/>
          <p:nvPr/>
        </p:nvSpPr>
        <p:spPr>
          <a:xfrm>
            <a:off x="3362616" y="4025106"/>
            <a:ext cx="5466768" cy="2987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exchange resources (food, water, and energy) with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13654-EA11-6ADC-C9C4-017C3BEB4C15}"/>
              </a:ext>
            </a:extLst>
          </p:cNvPr>
          <p:cNvSpPr txBox="1"/>
          <p:nvPr/>
        </p:nvSpPr>
        <p:spPr>
          <a:xfrm>
            <a:off x="10381934" y="3982285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Society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A0D814-8F81-3FAF-2117-4126AF52DF60}"/>
              </a:ext>
            </a:extLst>
          </p:cNvPr>
          <p:cNvSpPr txBox="1"/>
          <p:nvPr/>
        </p:nvSpPr>
        <p:spPr>
          <a:xfrm>
            <a:off x="199405" y="4032260"/>
            <a:ext cx="155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9F25F4-6277-E369-2785-F309A5EC6107}"/>
              </a:ext>
            </a:extLst>
          </p:cNvPr>
          <p:cNvCxnSpPr>
            <a:cxnSpLocks/>
          </p:cNvCxnSpPr>
          <p:nvPr/>
        </p:nvCxnSpPr>
        <p:spPr>
          <a:xfrm>
            <a:off x="1835004" y="3802958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DF7A055-C8E6-A533-D4B1-E2753D392E5C}"/>
              </a:ext>
            </a:extLst>
          </p:cNvPr>
          <p:cNvCxnSpPr>
            <a:cxnSpLocks/>
          </p:cNvCxnSpPr>
          <p:nvPr/>
        </p:nvCxnSpPr>
        <p:spPr>
          <a:xfrm>
            <a:off x="1833186" y="3397912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8A9E78-8B19-111C-1600-B42C4AD03370}"/>
              </a:ext>
            </a:extLst>
          </p:cNvPr>
          <p:cNvCxnSpPr>
            <a:cxnSpLocks/>
          </p:cNvCxnSpPr>
          <p:nvPr/>
        </p:nvCxnSpPr>
        <p:spPr>
          <a:xfrm>
            <a:off x="1835004" y="2963227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61BBB5D-2123-72F3-0753-2BFB16949C9A}"/>
              </a:ext>
            </a:extLst>
          </p:cNvPr>
          <p:cNvCxnSpPr>
            <a:cxnSpLocks/>
          </p:cNvCxnSpPr>
          <p:nvPr/>
        </p:nvCxnSpPr>
        <p:spPr>
          <a:xfrm>
            <a:off x="1835004" y="2525971"/>
            <a:ext cx="139743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C502FBF-830A-5910-1D93-8CC0D6D79E18}"/>
              </a:ext>
            </a:extLst>
          </p:cNvPr>
          <p:cNvCxnSpPr>
            <a:cxnSpLocks/>
          </p:cNvCxnSpPr>
          <p:nvPr/>
        </p:nvCxnSpPr>
        <p:spPr>
          <a:xfrm flipH="1">
            <a:off x="8972765" y="4200280"/>
            <a:ext cx="133893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964B7B5-4065-BBD8-4263-BEA77627C177}"/>
              </a:ext>
            </a:extLst>
          </p:cNvPr>
          <p:cNvCxnSpPr>
            <a:cxnSpLocks/>
          </p:cNvCxnSpPr>
          <p:nvPr/>
        </p:nvCxnSpPr>
        <p:spPr>
          <a:xfrm flipH="1" flipV="1">
            <a:off x="8957823" y="3803622"/>
            <a:ext cx="1396409" cy="635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5FC8B8D-CCC5-766F-D499-3BDAB1A71D1E}"/>
              </a:ext>
            </a:extLst>
          </p:cNvPr>
          <p:cNvCxnSpPr>
            <a:cxnSpLocks/>
          </p:cNvCxnSpPr>
          <p:nvPr/>
        </p:nvCxnSpPr>
        <p:spPr>
          <a:xfrm flipH="1">
            <a:off x="8942854" y="3427595"/>
            <a:ext cx="1389768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F4104C4-7D9E-6B56-D2A1-AE284189001A}"/>
              </a:ext>
            </a:extLst>
          </p:cNvPr>
          <p:cNvCxnSpPr>
            <a:cxnSpLocks/>
          </p:cNvCxnSpPr>
          <p:nvPr/>
        </p:nvCxnSpPr>
        <p:spPr>
          <a:xfrm flipH="1">
            <a:off x="8957823" y="2515818"/>
            <a:ext cx="133893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F982FCE-0730-8736-C9DC-206FEAA6E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834" y="2864362"/>
            <a:ext cx="301625" cy="3016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F5BC793-CBDA-9945-CAFF-5BBF8635A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3262" y="3347927"/>
            <a:ext cx="194793" cy="19479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BF5C1D5-1134-2489-2D54-60A7F3A4C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538" y="3292670"/>
            <a:ext cx="194793" cy="1947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AFAF6FD-0809-B3FB-EC99-0C25FD943448}"/>
              </a:ext>
            </a:extLst>
          </p:cNvPr>
          <p:cNvCxnSpPr>
            <a:cxnSpLocks/>
          </p:cNvCxnSpPr>
          <p:nvPr/>
        </p:nvCxnSpPr>
        <p:spPr>
          <a:xfrm>
            <a:off x="262451" y="3561225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5F92EF-515A-4F75-8237-0DA3556B4BB4}"/>
              </a:ext>
            </a:extLst>
          </p:cNvPr>
          <p:cNvCxnSpPr>
            <a:cxnSpLocks/>
          </p:cNvCxnSpPr>
          <p:nvPr/>
        </p:nvCxnSpPr>
        <p:spPr>
          <a:xfrm flipV="1">
            <a:off x="412754" y="2432228"/>
            <a:ext cx="0" cy="129256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5642C0D-6AC6-75FB-739A-057B45615CBD}"/>
              </a:ext>
            </a:extLst>
          </p:cNvPr>
          <p:cNvCxnSpPr>
            <a:cxnSpLocks/>
          </p:cNvCxnSpPr>
          <p:nvPr/>
        </p:nvCxnSpPr>
        <p:spPr>
          <a:xfrm>
            <a:off x="262451" y="3169826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279FF44-5FEC-DB2E-3A25-79C6DCA0217F}"/>
              </a:ext>
            </a:extLst>
          </p:cNvPr>
          <p:cNvCxnSpPr>
            <a:cxnSpLocks/>
          </p:cNvCxnSpPr>
          <p:nvPr/>
        </p:nvCxnSpPr>
        <p:spPr>
          <a:xfrm>
            <a:off x="262451" y="2790599"/>
            <a:ext cx="1408855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92DE95D-51BD-C6FC-F6BA-0BADC04407E1}"/>
              </a:ext>
            </a:extLst>
          </p:cNvPr>
          <p:cNvCxnSpPr>
            <a:cxnSpLocks/>
          </p:cNvCxnSpPr>
          <p:nvPr/>
        </p:nvCxnSpPr>
        <p:spPr>
          <a:xfrm flipV="1">
            <a:off x="1529173" y="2786249"/>
            <a:ext cx="0" cy="383577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B97B5CA-0EF6-DB5F-2AC1-5D25F768342A}"/>
              </a:ext>
            </a:extLst>
          </p:cNvPr>
          <p:cNvCxnSpPr>
            <a:cxnSpLocks/>
          </p:cNvCxnSpPr>
          <p:nvPr/>
        </p:nvCxnSpPr>
        <p:spPr>
          <a:xfrm flipV="1">
            <a:off x="972736" y="3165987"/>
            <a:ext cx="276446" cy="55881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D93C382-FD65-BCAA-CEC1-282839D82294}"/>
              </a:ext>
            </a:extLst>
          </p:cNvPr>
          <p:cNvCxnSpPr>
            <a:cxnSpLocks/>
          </p:cNvCxnSpPr>
          <p:nvPr/>
        </p:nvCxnSpPr>
        <p:spPr>
          <a:xfrm>
            <a:off x="262451" y="3561225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64101E3-F290-6B52-AA46-AFD7926D990C}"/>
              </a:ext>
            </a:extLst>
          </p:cNvPr>
          <p:cNvCxnSpPr>
            <a:cxnSpLocks/>
          </p:cNvCxnSpPr>
          <p:nvPr/>
        </p:nvCxnSpPr>
        <p:spPr>
          <a:xfrm>
            <a:off x="262451" y="3171098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626F341-1DBC-EF65-5C65-D467E2D62652}"/>
              </a:ext>
            </a:extLst>
          </p:cNvPr>
          <p:cNvCxnSpPr>
            <a:cxnSpLocks/>
          </p:cNvCxnSpPr>
          <p:nvPr/>
        </p:nvCxnSpPr>
        <p:spPr>
          <a:xfrm>
            <a:off x="270405" y="2793337"/>
            <a:ext cx="140885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41CC720-23AC-EBFF-60FC-08F678EBFE54}"/>
              </a:ext>
            </a:extLst>
          </p:cNvPr>
          <p:cNvCxnSpPr>
            <a:cxnSpLocks/>
          </p:cNvCxnSpPr>
          <p:nvPr/>
        </p:nvCxnSpPr>
        <p:spPr>
          <a:xfrm flipV="1">
            <a:off x="1529173" y="2786249"/>
            <a:ext cx="0" cy="38406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AAFC74A-37A9-C962-C0C5-EF0455310B01}"/>
              </a:ext>
            </a:extLst>
          </p:cNvPr>
          <p:cNvCxnSpPr>
            <a:cxnSpLocks/>
          </p:cNvCxnSpPr>
          <p:nvPr/>
        </p:nvCxnSpPr>
        <p:spPr>
          <a:xfrm flipV="1">
            <a:off x="412754" y="2432228"/>
            <a:ext cx="0" cy="129256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C5A33E3-ABE2-8783-5902-23EF599DBBD0}"/>
              </a:ext>
            </a:extLst>
          </p:cNvPr>
          <p:cNvCxnSpPr>
            <a:cxnSpLocks/>
          </p:cNvCxnSpPr>
          <p:nvPr/>
        </p:nvCxnSpPr>
        <p:spPr>
          <a:xfrm flipV="1">
            <a:off x="972736" y="3190944"/>
            <a:ext cx="271844" cy="5338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8E769A9-D1EB-95CC-33ED-5DEE9B0CDE00}"/>
              </a:ext>
            </a:extLst>
          </p:cNvPr>
          <p:cNvCxnSpPr>
            <a:cxnSpLocks/>
          </p:cNvCxnSpPr>
          <p:nvPr/>
        </p:nvCxnSpPr>
        <p:spPr>
          <a:xfrm flipH="1" flipV="1">
            <a:off x="849975" y="2432141"/>
            <a:ext cx="122761" cy="337049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8A25928-0044-67D6-8599-6E2BF31B3969}"/>
              </a:ext>
            </a:extLst>
          </p:cNvPr>
          <p:cNvCxnSpPr>
            <a:cxnSpLocks/>
          </p:cNvCxnSpPr>
          <p:nvPr/>
        </p:nvCxnSpPr>
        <p:spPr>
          <a:xfrm>
            <a:off x="849975" y="2434381"/>
            <a:ext cx="130675" cy="34802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aphic 128">
            <a:extLst>
              <a:ext uri="{FF2B5EF4-FFF2-40B4-BE49-F238E27FC236}">
                <a16:creationId xmlns:a16="http://schemas.microsoft.com/office/drawing/2014/main" id="{D32CFB4E-D9DB-CF8D-710E-5C58B36EF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796" y="2577087"/>
            <a:ext cx="194793" cy="19479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7B533757-4551-8378-E9D3-153B49905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200" y="2580196"/>
            <a:ext cx="194793" cy="194793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F8547C4C-CEA9-D70A-A53D-2F4EF27F4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09852" y="3230323"/>
            <a:ext cx="194793" cy="19479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92FF25E8-9963-A91E-DCE0-A1AB68916A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35133" y="3010744"/>
            <a:ext cx="194793" cy="19479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B9AE7CF3-0825-50BB-B8E2-6CA0939FFD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98927" y="2894349"/>
            <a:ext cx="194793" cy="19479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81C9C189-D0F0-B57C-D6E1-44BB162B06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81138" y="2555206"/>
            <a:ext cx="194793" cy="194793"/>
          </a:xfrm>
          <a:prstGeom prst="rect">
            <a:avLst/>
          </a:prstGeom>
        </p:spPr>
      </p:pic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A3FAD4D-62F3-6D0D-F92F-85D190EFC876}"/>
              </a:ext>
            </a:extLst>
          </p:cNvPr>
          <p:cNvCxnSpPr>
            <a:cxnSpLocks/>
          </p:cNvCxnSpPr>
          <p:nvPr/>
        </p:nvCxnSpPr>
        <p:spPr>
          <a:xfrm>
            <a:off x="11496324" y="3114543"/>
            <a:ext cx="10925" cy="14118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Graphic 138">
            <a:extLst>
              <a:ext uri="{FF2B5EF4-FFF2-40B4-BE49-F238E27FC236}">
                <a16:creationId xmlns:a16="http://schemas.microsoft.com/office/drawing/2014/main" id="{4EBEA736-E828-20CD-647E-712637907B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3579" y="2741845"/>
            <a:ext cx="194793" cy="194793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7A2CA8F-7076-4476-9BC9-9EAA9AE04DDA}"/>
              </a:ext>
            </a:extLst>
          </p:cNvPr>
          <p:cNvCxnSpPr>
            <a:cxnSpLocks/>
            <a:endCxn id="132" idx="3"/>
          </p:cNvCxnSpPr>
          <p:nvPr/>
        </p:nvCxnSpPr>
        <p:spPr>
          <a:xfrm flipH="1">
            <a:off x="11604645" y="3224288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3BC2DB0-2B42-F7F3-055F-3834C8FF6B0F}"/>
              </a:ext>
            </a:extLst>
          </p:cNvPr>
          <p:cNvCxnSpPr>
            <a:cxnSpLocks/>
          </p:cNvCxnSpPr>
          <p:nvPr/>
        </p:nvCxnSpPr>
        <p:spPr>
          <a:xfrm>
            <a:off x="11584427" y="3030598"/>
            <a:ext cx="145590" cy="779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FA3322F-5E95-8665-CB76-60AAA11A3379}"/>
              </a:ext>
            </a:extLst>
          </p:cNvPr>
          <p:cNvCxnSpPr>
            <a:cxnSpLocks/>
          </p:cNvCxnSpPr>
          <p:nvPr/>
        </p:nvCxnSpPr>
        <p:spPr>
          <a:xfrm flipH="1">
            <a:off x="10772612" y="2769066"/>
            <a:ext cx="150596" cy="1034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>
            <a:extLst>
              <a:ext uri="{FF2B5EF4-FFF2-40B4-BE49-F238E27FC236}">
                <a16:creationId xmlns:a16="http://schemas.microsoft.com/office/drawing/2014/main" id="{11E57C1F-0ED1-8A76-F8B7-C670A99429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55449" y="3635305"/>
            <a:ext cx="194793" cy="194793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9511152A-F7B8-673F-6832-6C45B497D9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52155" y="3269936"/>
            <a:ext cx="194793" cy="194793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EE304F9D-D989-661D-FA59-1215B39C92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7428" y="3377983"/>
            <a:ext cx="194793" cy="194793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F38F216B-1DEE-F2CE-207B-7F45903261D3}"/>
              </a:ext>
            </a:extLst>
          </p:cNvPr>
          <p:cNvCxnSpPr>
            <a:cxnSpLocks/>
          </p:cNvCxnSpPr>
          <p:nvPr/>
        </p:nvCxnSpPr>
        <p:spPr>
          <a:xfrm>
            <a:off x="10652590" y="3601325"/>
            <a:ext cx="123045" cy="15625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954740F-F615-6963-1374-F581FF0B7FD2}"/>
              </a:ext>
            </a:extLst>
          </p:cNvPr>
          <p:cNvCxnSpPr>
            <a:cxnSpLocks/>
          </p:cNvCxnSpPr>
          <p:nvPr/>
        </p:nvCxnSpPr>
        <p:spPr>
          <a:xfrm flipH="1">
            <a:off x="10883567" y="3498709"/>
            <a:ext cx="69136" cy="176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69C6E34E-7B40-9EAF-9CFD-FE4C57CFBA82}"/>
              </a:ext>
            </a:extLst>
          </p:cNvPr>
          <p:cNvCxnSpPr>
            <a:cxnSpLocks/>
          </p:cNvCxnSpPr>
          <p:nvPr/>
        </p:nvCxnSpPr>
        <p:spPr>
          <a:xfrm flipV="1">
            <a:off x="10699132" y="3393497"/>
            <a:ext cx="176112" cy="1074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48632F96-8684-86A1-43E7-80F1381BAAFD}"/>
              </a:ext>
            </a:extLst>
          </p:cNvPr>
          <p:cNvSpPr/>
          <p:nvPr/>
        </p:nvSpPr>
        <p:spPr>
          <a:xfrm>
            <a:off x="11298694" y="2853108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0EC4B96-A148-FDB1-39A7-F7A2023C2B04}"/>
              </a:ext>
            </a:extLst>
          </p:cNvPr>
          <p:cNvSpPr/>
          <p:nvPr/>
        </p:nvSpPr>
        <p:spPr>
          <a:xfrm>
            <a:off x="10486938" y="3229754"/>
            <a:ext cx="660123" cy="660123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719A5B0-7429-35EA-74B0-29FA852955E9}"/>
              </a:ext>
            </a:extLst>
          </p:cNvPr>
          <p:cNvSpPr/>
          <p:nvPr/>
        </p:nvSpPr>
        <p:spPr>
          <a:xfrm>
            <a:off x="10546421" y="2495899"/>
            <a:ext cx="586131" cy="586131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0808391-DCD0-EB58-76CD-400ECBEEBD5B}"/>
              </a:ext>
            </a:extLst>
          </p:cNvPr>
          <p:cNvCxnSpPr>
            <a:cxnSpLocks/>
          </p:cNvCxnSpPr>
          <p:nvPr/>
        </p:nvCxnSpPr>
        <p:spPr>
          <a:xfrm>
            <a:off x="10724118" y="2975767"/>
            <a:ext cx="183753" cy="33286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D5AA189-32F1-FB95-1D80-BABBB163C8E7}"/>
              </a:ext>
            </a:extLst>
          </p:cNvPr>
          <p:cNvCxnSpPr>
            <a:cxnSpLocks/>
          </p:cNvCxnSpPr>
          <p:nvPr/>
        </p:nvCxnSpPr>
        <p:spPr>
          <a:xfrm flipH="1">
            <a:off x="10615589" y="2971149"/>
            <a:ext cx="64698" cy="4206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889442F-2318-B109-3AF3-7CD7DEF8228B}"/>
              </a:ext>
            </a:extLst>
          </p:cNvPr>
          <p:cNvCxnSpPr>
            <a:cxnSpLocks/>
          </p:cNvCxnSpPr>
          <p:nvPr/>
        </p:nvCxnSpPr>
        <p:spPr>
          <a:xfrm>
            <a:off x="10700522" y="2975767"/>
            <a:ext cx="118508" cy="674675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711B234-1A2F-FC88-AE0A-2998C61FB0D5}"/>
              </a:ext>
            </a:extLst>
          </p:cNvPr>
          <p:cNvCxnSpPr>
            <a:cxnSpLocks/>
          </p:cNvCxnSpPr>
          <p:nvPr/>
        </p:nvCxnSpPr>
        <p:spPr>
          <a:xfrm flipH="1">
            <a:off x="10944934" y="2792281"/>
            <a:ext cx="29257" cy="505363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0813CDD-16D0-A52F-D0EC-70365CB2E92F}"/>
              </a:ext>
            </a:extLst>
          </p:cNvPr>
          <p:cNvCxnSpPr>
            <a:cxnSpLocks/>
          </p:cNvCxnSpPr>
          <p:nvPr/>
        </p:nvCxnSpPr>
        <p:spPr>
          <a:xfrm>
            <a:off x="11009116" y="2792281"/>
            <a:ext cx="438836" cy="490989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32B96E-FD40-1FD7-2A3E-00EC5436DFB9}"/>
              </a:ext>
            </a:extLst>
          </p:cNvPr>
          <p:cNvCxnSpPr>
            <a:cxnSpLocks/>
          </p:cNvCxnSpPr>
          <p:nvPr/>
        </p:nvCxnSpPr>
        <p:spPr>
          <a:xfrm flipH="1">
            <a:off x="10942078" y="3376704"/>
            <a:ext cx="471856" cy="368244"/>
          </a:xfrm>
          <a:prstGeom prst="line">
            <a:avLst/>
          </a:prstGeom>
          <a:ln w="12700">
            <a:solidFill>
              <a:srgbClr val="92D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7A57B470-CE35-B48A-4869-97463E54057C}"/>
              </a:ext>
            </a:extLst>
          </p:cNvPr>
          <p:cNvSpPr/>
          <p:nvPr/>
        </p:nvSpPr>
        <p:spPr>
          <a:xfrm>
            <a:off x="5086358" y="4406221"/>
            <a:ext cx="2019281" cy="62136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repeat for certain steps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07B1552-0673-A940-BD1E-58EA821F726A}"/>
              </a:ext>
            </a:extLst>
          </p:cNvPr>
          <p:cNvCxnSpPr>
            <a:cxnSpLocks/>
          </p:cNvCxnSpPr>
          <p:nvPr/>
        </p:nvCxnSpPr>
        <p:spPr>
          <a:xfrm>
            <a:off x="103855" y="1587525"/>
            <a:ext cx="0" cy="3123768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2FD0FB-1B01-9D2E-702A-11822AFE1A3F}"/>
              </a:ext>
            </a:extLst>
          </p:cNvPr>
          <p:cNvCxnSpPr>
            <a:cxnSpLocks/>
          </p:cNvCxnSpPr>
          <p:nvPr/>
        </p:nvCxnSpPr>
        <p:spPr>
          <a:xfrm>
            <a:off x="5234750" y="1597357"/>
            <a:ext cx="593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09AABF28-1B9E-06F1-CE78-D3A6653D6DC8}"/>
              </a:ext>
            </a:extLst>
          </p:cNvPr>
          <p:cNvSpPr/>
          <p:nvPr/>
        </p:nvSpPr>
        <p:spPr>
          <a:xfrm rot="5400000">
            <a:off x="6023785" y="-757376"/>
            <a:ext cx="131731" cy="5466768"/>
          </a:xfrm>
          <a:prstGeom prst="leftBrace">
            <a:avLst>
              <a:gd name="adj1" fmla="val 67632"/>
              <a:gd name="adj2" fmla="val 49916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5D43EF-828B-E289-ED95-E85D5E3C83CF}"/>
              </a:ext>
            </a:extLst>
          </p:cNvPr>
          <p:cNvCxnSpPr>
            <a:cxnSpLocks/>
            <a:stCxn id="35" idx="2"/>
            <a:endCxn id="54" idx="0"/>
          </p:cNvCxnSpPr>
          <p:nvPr/>
        </p:nvCxnSpPr>
        <p:spPr>
          <a:xfrm>
            <a:off x="6095999" y="1222926"/>
            <a:ext cx="0" cy="75698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9D410CE-E3BD-738E-C4C9-73175A3E9027}"/>
                  </a:ext>
                </a:extLst>
              </p:cNvPr>
              <p:cNvSpPr/>
              <p:nvPr/>
            </p:nvSpPr>
            <p:spPr>
              <a:xfrm>
                <a:off x="4368139" y="752162"/>
                <a:ext cx="3455719" cy="47076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generate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agents and match their attributes with their socioeconomic statues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8053E9F-502F-2512-C549-10BEFB909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39" y="752162"/>
                <a:ext cx="3455719" cy="470764"/>
              </a:xfrm>
              <a:prstGeom prst="rect">
                <a:avLst/>
              </a:prstGeom>
              <a:blipFill>
                <a:blip r:embed="rId9"/>
                <a:stretch>
                  <a:fillRect t="-5128" r="-1095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Diamond 53">
            <a:extLst>
              <a:ext uri="{FF2B5EF4-FFF2-40B4-BE49-F238E27FC236}">
                <a16:creationId xmlns:a16="http://schemas.microsoft.com/office/drawing/2014/main" id="{51E66D7B-1E7F-5C45-17A4-FE10FF181B87}"/>
              </a:ext>
            </a:extLst>
          </p:cNvPr>
          <p:cNvSpPr/>
          <p:nvPr/>
        </p:nvSpPr>
        <p:spPr>
          <a:xfrm>
            <a:off x="5115951" y="1298624"/>
            <a:ext cx="1960096" cy="60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 simulation step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3935BD3-26CD-1391-2705-0AB717873E83}"/>
              </a:ext>
            </a:extLst>
          </p:cNvPr>
          <p:cNvCxnSpPr>
            <a:cxnSpLocks/>
          </p:cNvCxnSpPr>
          <p:nvPr/>
        </p:nvCxnSpPr>
        <p:spPr>
          <a:xfrm flipV="1">
            <a:off x="10306784" y="3961710"/>
            <a:ext cx="180154" cy="24348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BCCBF90-391D-8125-9BB1-5D7DF03F0504}"/>
              </a:ext>
            </a:extLst>
          </p:cNvPr>
          <p:cNvCxnSpPr>
            <a:cxnSpLocks/>
          </p:cNvCxnSpPr>
          <p:nvPr/>
        </p:nvCxnSpPr>
        <p:spPr>
          <a:xfrm flipH="1" flipV="1">
            <a:off x="10289558" y="2516285"/>
            <a:ext cx="131276" cy="84019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77D4FF1-A33C-6AD8-6B12-B95149BEAB89}"/>
              </a:ext>
            </a:extLst>
          </p:cNvPr>
          <p:cNvCxnSpPr>
            <a:cxnSpLocks/>
          </p:cNvCxnSpPr>
          <p:nvPr/>
        </p:nvCxnSpPr>
        <p:spPr>
          <a:xfrm flipH="1">
            <a:off x="1714070" y="2523997"/>
            <a:ext cx="124567" cy="6828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00E1FA1-7DB8-7E17-E590-FFCB2ACF2B87}"/>
              </a:ext>
            </a:extLst>
          </p:cNvPr>
          <p:cNvCxnSpPr>
            <a:cxnSpLocks/>
          </p:cNvCxnSpPr>
          <p:nvPr/>
        </p:nvCxnSpPr>
        <p:spPr>
          <a:xfrm flipH="1" flipV="1">
            <a:off x="1728761" y="3721100"/>
            <a:ext cx="112692" cy="839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08CEF874-A284-45FE-0553-57EBE907E0AA}"/>
              </a:ext>
            </a:extLst>
          </p:cNvPr>
          <p:cNvCxnSpPr>
            <a:endCxn id="54" idx="1"/>
          </p:cNvCxnSpPr>
          <p:nvPr/>
        </p:nvCxnSpPr>
        <p:spPr>
          <a:xfrm>
            <a:off x="103855" y="1587525"/>
            <a:ext cx="5012096" cy="1139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306C06-E517-9747-F422-AC3AEBD0E2E7}"/>
              </a:ext>
            </a:extLst>
          </p:cNvPr>
          <p:cNvCxnSpPr>
            <a:cxnSpLocks/>
          </p:cNvCxnSpPr>
          <p:nvPr/>
        </p:nvCxnSpPr>
        <p:spPr>
          <a:xfrm flipH="1">
            <a:off x="5661708" y="2647447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A362F2-B758-975F-F826-7C3F7423BEF8}"/>
              </a:ext>
            </a:extLst>
          </p:cNvPr>
          <p:cNvCxnSpPr>
            <a:cxnSpLocks/>
          </p:cNvCxnSpPr>
          <p:nvPr/>
        </p:nvCxnSpPr>
        <p:spPr>
          <a:xfrm>
            <a:off x="5661708" y="3139914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705F1B-E5A5-57B1-944B-C7FF73EA0BB7}"/>
              </a:ext>
            </a:extLst>
          </p:cNvPr>
          <p:cNvCxnSpPr>
            <a:cxnSpLocks/>
          </p:cNvCxnSpPr>
          <p:nvPr/>
        </p:nvCxnSpPr>
        <p:spPr>
          <a:xfrm>
            <a:off x="5661708" y="3526122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8C9017-F1EC-4409-E3EB-BFD3C9DB1F96}"/>
              </a:ext>
            </a:extLst>
          </p:cNvPr>
          <p:cNvCxnSpPr>
            <a:cxnSpLocks/>
          </p:cNvCxnSpPr>
          <p:nvPr/>
        </p:nvCxnSpPr>
        <p:spPr>
          <a:xfrm>
            <a:off x="5661708" y="3921745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8235464-3EDA-75DE-8C47-718D4DCAFC1F}"/>
              </a:ext>
            </a:extLst>
          </p:cNvPr>
          <p:cNvSpPr/>
          <p:nvPr/>
        </p:nvSpPr>
        <p:spPr>
          <a:xfrm>
            <a:off x="4929818" y="2347281"/>
            <a:ext cx="1469313" cy="30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8490B4-70A6-9F4C-7962-114C3C148AF2}"/>
              </a:ext>
            </a:extLst>
          </p:cNvPr>
          <p:cNvSpPr/>
          <p:nvPr/>
        </p:nvSpPr>
        <p:spPr>
          <a:xfrm>
            <a:off x="4929818" y="2728835"/>
            <a:ext cx="1469311" cy="43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E1715-F72E-A7ED-17E6-395337755E57}"/>
              </a:ext>
            </a:extLst>
          </p:cNvPr>
          <p:cNvSpPr/>
          <p:nvPr/>
        </p:nvSpPr>
        <p:spPr>
          <a:xfrm>
            <a:off x="4929817" y="3636475"/>
            <a:ext cx="1469308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A3EAFE-F9F2-E7CF-2DD4-9A9BEF6F7705}"/>
              </a:ext>
            </a:extLst>
          </p:cNvPr>
          <p:cNvCxnSpPr>
            <a:cxnSpLocks/>
          </p:cNvCxnSpPr>
          <p:nvPr/>
        </p:nvCxnSpPr>
        <p:spPr>
          <a:xfrm flipH="1">
            <a:off x="8094945" y="2642457"/>
            <a:ext cx="1" cy="7608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F44B46-D3EA-83C2-C251-3E75C819E180}"/>
              </a:ext>
            </a:extLst>
          </p:cNvPr>
          <p:cNvCxnSpPr>
            <a:cxnSpLocks/>
          </p:cNvCxnSpPr>
          <p:nvPr/>
        </p:nvCxnSpPr>
        <p:spPr>
          <a:xfrm>
            <a:off x="8094945" y="3134924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302631D-6884-9896-8586-0D0926776A94}"/>
              </a:ext>
            </a:extLst>
          </p:cNvPr>
          <p:cNvCxnSpPr>
            <a:cxnSpLocks/>
          </p:cNvCxnSpPr>
          <p:nvPr/>
        </p:nvCxnSpPr>
        <p:spPr>
          <a:xfrm>
            <a:off x="8094945" y="3521132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7A7EE5-2BBC-3A6E-FF6E-4DC10FF04647}"/>
              </a:ext>
            </a:extLst>
          </p:cNvPr>
          <p:cNvCxnSpPr>
            <a:cxnSpLocks/>
          </p:cNvCxnSpPr>
          <p:nvPr/>
        </p:nvCxnSpPr>
        <p:spPr>
          <a:xfrm>
            <a:off x="8094945" y="3916755"/>
            <a:ext cx="0" cy="10443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037A428-02CB-48BE-D246-7F50556F79B9}"/>
              </a:ext>
            </a:extLst>
          </p:cNvPr>
          <p:cNvSpPr/>
          <p:nvPr/>
        </p:nvSpPr>
        <p:spPr>
          <a:xfrm>
            <a:off x="7363055" y="2342291"/>
            <a:ext cx="1469313" cy="30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choose destination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32D9A7-63B0-3032-2CEB-BF00B394585D}"/>
              </a:ext>
            </a:extLst>
          </p:cNvPr>
          <p:cNvSpPr/>
          <p:nvPr/>
        </p:nvSpPr>
        <p:spPr>
          <a:xfrm>
            <a:off x="7363055" y="2723845"/>
            <a:ext cx="1469311" cy="437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moving toward the destination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A7204D-EB72-AA0F-425F-2904961DDE11}"/>
              </a:ext>
            </a:extLst>
          </p:cNvPr>
          <p:cNvSpPr/>
          <p:nvPr/>
        </p:nvSpPr>
        <p:spPr>
          <a:xfrm>
            <a:off x="7363054" y="3631485"/>
            <a:ext cx="1469308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return 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76AE8D-8538-4F9A-39C6-DD06D812F9C1}"/>
              </a:ext>
            </a:extLst>
          </p:cNvPr>
          <p:cNvSpPr/>
          <p:nvPr/>
        </p:nvSpPr>
        <p:spPr>
          <a:xfrm>
            <a:off x="3362616" y="3243526"/>
            <a:ext cx="5466768" cy="3073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trade resources (food, water, and energy) with market or other agents</a:t>
            </a:r>
          </a:p>
        </p:txBody>
      </p:sp>
    </p:spTree>
    <p:extLst>
      <p:ext uri="{BB962C8B-B14F-4D97-AF65-F5344CB8AC3E}">
        <p14:creationId xmlns:p14="http://schemas.microsoft.com/office/powerpoint/2010/main" val="229130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531</Words>
  <Application>Microsoft Macintosh PowerPoint</Application>
  <PresentationFormat>Widescreen</PresentationFormat>
  <Paragraphs>146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 Noorghasemi</dc:creator>
  <cp:lastModifiedBy>Aslan Noorghasemi</cp:lastModifiedBy>
  <cp:revision>14</cp:revision>
  <dcterms:created xsi:type="dcterms:W3CDTF">2025-05-23T15:47:42Z</dcterms:created>
  <dcterms:modified xsi:type="dcterms:W3CDTF">2026-05-04T15:46:56Z</dcterms:modified>
</cp:coreProperties>
</file>